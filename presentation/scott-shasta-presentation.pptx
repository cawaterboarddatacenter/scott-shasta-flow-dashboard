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1" Type="http://schemas.openxmlformats.org/officeDocument/2006/relationships/viewProps" Target="viewProps.xml" /><Relationship Id="rId10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3" Type="http://schemas.openxmlformats.org/officeDocument/2006/relationships/tableStyles" Target="tableStyles.xml" /><Relationship Id="rId12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cawaterdatadive.shinyapps.io/scott-shasta-flow-dashboard/" TargetMode="Externa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Scott-River Flow Monitoring Dashboard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br/>
            <a:br/>
            <a:r>
              <a:rPr/>
              <a:t>Jeff Yeazell, P.E.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2025-06-25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Scott-River Flow Monitoring Dashboard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Division of Water Rights – Enforcement</a:t>
            </a:r>
          </a:p>
          <a:p>
            <a:pPr lvl="0" indent="0" marL="0">
              <a:buNone/>
            </a:pPr>
            <a:r>
              <a:rPr/>
              <a:t>.center[ ]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Project Purpose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Provide real-time visibility into Scott and Shasta River streamflow conditions.</a:t>
            </a:r>
          </a:p>
          <a:p>
            <a:pPr lvl="0"/>
            <a:r>
              <a:rPr/>
              <a:t>Compare recorded flows to regulatory minimum instream flow (MIF) thresholds.</a:t>
            </a:r>
          </a:p>
          <a:p>
            <a:pPr lvl="0"/>
            <a:r>
              <a:rPr/>
              <a:t>Help identify potential curtailment violations by visualizing Points of Diversion (PODs).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Data 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CDEC</a:t>
            </a:r>
            <a:r>
              <a:rPr/>
              <a:t> – California Data Exchange Center for hourly flow data.</a:t>
            </a:r>
          </a:p>
          <a:p>
            <a:pPr lvl="0"/>
            <a:r>
              <a:rPr b="1"/>
              <a:t>AWS S3</a:t>
            </a:r>
            <a:r>
              <a:rPr/>
              <a:t> – Storage of preprocessed POD and water right datasets.</a:t>
            </a:r>
          </a:p>
          <a:p>
            <a:pPr lvl="0"/>
            <a:r>
              <a:rPr b="1"/>
              <a:t>Shapefiles</a:t>
            </a:r>
            <a:r>
              <a:rPr/>
              <a:t> – For watershed boundaries and stream networks.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Live gauges for </a:t>
            </a:r>
            <a:r>
              <a:rPr b="1"/>
              <a:t>SFJ</a:t>
            </a:r>
            <a:r>
              <a:rPr/>
              <a:t> and </a:t>
            </a:r>
            <a:r>
              <a:rPr b="1"/>
              <a:t>SRY</a:t>
            </a:r>
            <a:r>
              <a:rPr/>
              <a:t> with MIF thresholds.</a:t>
            </a:r>
          </a:p>
          <a:p>
            <a:pPr lvl="0"/>
            <a:r>
              <a:rPr/>
              <a:t>Interactive map showing:</a:t>
            </a:r>
          </a:p>
          <a:p>
            <a:pPr lvl="1"/>
            <a:r>
              <a:rPr/>
              <a:t>POD curtailment status</a:t>
            </a:r>
          </a:p>
          <a:p>
            <a:pPr lvl="1"/>
            <a:r>
              <a:rPr/>
              <a:t>Clickable CDEC station links</a:t>
            </a:r>
          </a:p>
          <a:p>
            <a:pPr lvl="1"/>
            <a:r>
              <a:rPr/>
              <a:t>Watershed and stream overlays</a:t>
            </a:r>
          </a:p>
          <a:p>
            <a:pPr lvl="0"/>
            <a:r>
              <a:rPr/>
              <a:t>Mobile and desktop optimized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R / Shiny / Leaflet</a:t>
            </a:r>
            <a:r>
              <a:rPr/>
              <a:t> for interactive web dashboard</a:t>
            </a:r>
          </a:p>
          <a:p>
            <a:pPr lvl="0"/>
            <a:r>
              <a:rPr b="1"/>
              <a:t>flexdashboard</a:t>
            </a:r>
            <a:r>
              <a:rPr/>
              <a:t> for gauge rendering</a:t>
            </a:r>
          </a:p>
          <a:p>
            <a:pPr lvl="0"/>
            <a:r>
              <a:rPr b="1"/>
              <a:t>quarto / revealjs</a:t>
            </a:r>
            <a:r>
              <a:rPr/>
              <a:t> for this presentation</a:t>
            </a:r>
          </a:p>
          <a:p>
            <a:pPr lvl="0"/>
            <a:r>
              <a:rPr b="1"/>
              <a:t>aws.s3</a:t>
            </a:r>
            <a:r>
              <a:rPr/>
              <a:t>, </a:t>
            </a:r>
            <a:r>
              <a:rPr b="1"/>
              <a:t>sf</a:t>
            </a:r>
            <a:r>
              <a:rPr/>
              <a:t>, </a:t>
            </a:r>
            <a:r>
              <a:rPr b="1"/>
              <a:t>cder</a:t>
            </a:r>
            <a:r>
              <a:rPr/>
              <a:t>, </a:t>
            </a:r>
            <a:r>
              <a:rPr b="1"/>
              <a:t>DT</a:t>
            </a:r>
            <a:r>
              <a:rPr/>
              <a:t>, </a:t>
            </a:r>
            <a:r>
              <a:rPr b="1"/>
              <a:t>purrr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Access the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.center[ QR Code to App]</a:t>
            </a:r>
          </a:p>
          <a:p>
            <a:pPr lvl="0" indent="0" marL="0">
              <a:buNone/>
            </a:pPr>
            <a:r>
              <a:rPr>
                <a:hlinkClick r:id="rId2"/>
              </a:rPr>
              <a:t>https://cawaterdatadive.shinyapps.io/scott-shasta-flow-dashboard/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Scott-River Flow Monitoring Dashboard</dc:title>
  <dc:creator>Jeff Yeazell, P.E.</dc:creator>
  <cp:keywords/>
  <dcterms:created xsi:type="dcterms:W3CDTF">2025-06-16T21:58:21Z</dcterms:created>
  <dcterms:modified xsi:type="dcterms:W3CDTF">2025-06-16T21:58:21Z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date">
    <vt:lpwstr>2025-06-25</vt:lpwstr>
  </property>
  <property fmtid="{D5CDD505-2E9C-101B-9397-08002B2CF9AE}" pid="6" name="header-includes">
    <vt:lpwstr/>
  </property>
  <property fmtid="{D5CDD505-2E9C-101B-9397-08002B2CF9AE}" pid="7" name="include-after">
    <vt:lpwstr/>
  </property>
  <property fmtid="{D5CDD505-2E9C-101B-9397-08002B2CF9AE}" pid="8" name="include-before">
    <vt:lpwstr/>
  </property>
  <property fmtid="{D5CDD505-2E9C-101B-9397-08002B2CF9AE}" pid="9" name="labels">
    <vt:lpwstr/>
  </property>
  <property fmtid="{D5CDD505-2E9C-101B-9397-08002B2CF9AE}" pid="10" name="logo">
    <vt:lpwstr>enf-logo.png</vt:lpwstr>
  </property>
  <property fmtid="{D5CDD505-2E9C-101B-9397-08002B2CF9AE}" pid="11" name="theme">
    <vt:lpwstr>default</vt:lpwstr>
  </property>
  <property fmtid="{D5CDD505-2E9C-101B-9397-08002B2CF9AE}" pid="12" name="toc-title">
    <vt:lpwstr>Table of contents</vt:lpwstr>
  </property>
</Properties>
</file>