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AAF76-1AF5-4F98-BA1A-96DDAD2B32F6}" v="77" dt="2025-06-25T16:09: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 autoAdjust="0"/>
    <p:restoredTop sz="93151" autoAdjust="0"/>
  </p:normalViewPr>
  <p:slideViewPr>
    <p:cSldViewPr snapToGrid="0" snapToObjects="1">
      <p:cViewPr varScale="1">
        <p:scale>
          <a:sx n="139" d="100"/>
          <a:sy n="139" d="100"/>
        </p:scale>
        <p:origin x="1384" y="4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azell, Jeffrey@Waterboards" userId="77c35632-eb28-46fb-9331-887dc90c6b94" providerId="ADAL" clId="{F58AAF76-1AF5-4F98-BA1A-96DDAD2B32F6}"/>
    <pc:docChg chg="custSel addSld delSld modSld">
      <pc:chgData name="Yeazell, Jeffrey@Waterboards" userId="77c35632-eb28-46fb-9331-887dc90c6b94" providerId="ADAL" clId="{F58AAF76-1AF5-4F98-BA1A-96DDAD2B32F6}" dt="2025-06-25T16:15:05.598" v="119" actId="478"/>
      <pc:docMkLst>
        <pc:docMk/>
      </pc:docMkLst>
      <pc:sldChg chg="modSp mod">
        <pc:chgData name="Yeazell, Jeffrey@Waterboards" userId="77c35632-eb28-46fb-9331-887dc90c6b94" providerId="ADAL" clId="{F58AAF76-1AF5-4F98-BA1A-96DDAD2B32F6}" dt="2025-06-25T16:04:36.982" v="8" actId="20577"/>
        <pc:sldMkLst>
          <pc:docMk/>
          <pc:sldMk cId="0" sldId="259"/>
        </pc:sldMkLst>
        <pc:spChg chg="mod">
          <ac:chgData name="Yeazell, Jeffrey@Waterboards" userId="77c35632-eb28-46fb-9331-887dc90c6b94" providerId="ADAL" clId="{F58AAF76-1AF5-4F98-BA1A-96DDAD2B32F6}" dt="2025-06-25T16:04:36.982" v="8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Yeazell, Jeffrey@Waterboards" userId="77c35632-eb28-46fb-9331-887dc90c6b94" providerId="ADAL" clId="{F58AAF76-1AF5-4F98-BA1A-96DDAD2B32F6}" dt="2025-06-25T16:06:13.240" v="36" actId="20577"/>
        <pc:sldMkLst>
          <pc:docMk/>
          <pc:sldMk cId="0" sldId="261"/>
        </pc:sldMkLst>
        <pc:graphicFrameChg chg="mod">
          <ac:chgData name="Yeazell, Jeffrey@Waterboards" userId="77c35632-eb28-46fb-9331-887dc90c6b94" providerId="ADAL" clId="{F58AAF76-1AF5-4F98-BA1A-96DDAD2B32F6}" dt="2025-06-25T16:06:13.240" v="36" actId="20577"/>
          <ac:graphicFrameMkLst>
            <pc:docMk/>
            <pc:sldMk cId="0" sldId="261"/>
            <ac:graphicFrameMk id="5" creationId="{FAE3D5EC-6588-0D45-D816-3C63A7E5F480}"/>
          </ac:graphicFrameMkLst>
        </pc:graphicFrameChg>
      </pc:sldChg>
      <pc:sldChg chg="modSp">
        <pc:chgData name="Yeazell, Jeffrey@Waterboards" userId="77c35632-eb28-46fb-9331-887dc90c6b94" providerId="ADAL" clId="{F58AAF76-1AF5-4F98-BA1A-96DDAD2B32F6}" dt="2025-06-25T16:09:30" v="85" actId="20577"/>
        <pc:sldMkLst>
          <pc:docMk/>
          <pc:sldMk cId="0" sldId="262"/>
        </pc:sldMkLst>
        <pc:graphicFrameChg chg="mod">
          <ac:chgData name="Yeazell, Jeffrey@Waterboards" userId="77c35632-eb28-46fb-9331-887dc90c6b94" providerId="ADAL" clId="{F58AAF76-1AF5-4F98-BA1A-96DDAD2B32F6}" dt="2025-06-25T16:09:30" v="85" actId="20577"/>
          <ac:graphicFrameMkLst>
            <pc:docMk/>
            <pc:sldMk cId="0" sldId="262"/>
            <ac:graphicFrameMk id="5" creationId="{2E500868-2C6A-AF15-90DF-D0092C82C321}"/>
          </ac:graphicFrameMkLst>
        </pc:graphicFrameChg>
      </pc:sldChg>
      <pc:sldChg chg="modSp new del mod">
        <pc:chgData name="Yeazell, Jeffrey@Waterboards" userId="77c35632-eb28-46fb-9331-887dc90c6b94" providerId="ADAL" clId="{F58AAF76-1AF5-4F98-BA1A-96DDAD2B32F6}" dt="2025-06-25T16:14:08.347" v="99" actId="2696"/>
        <pc:sldMkLst>
          <pc:docMk/>
          <pc:sldMk cId="2197222352" sldId="264"/>
        </pc:sldMkLst>
        <pc:spChg chg="mod">
          <ac:chgData name="Yeazell, Jeffrey@Waterboards" userId="77c35632-eb28-46fb-9331-887dc90c6b94" providerId="ADAL" clId="{F58AAF76-1AF5-4F98-BA1A-96DDAD2B32F6}" dt="2025-06-25T16:13:35.814" v="98" actId="20577"/>
          <ac:spMkLst>
            <pc:docMk/>
            <pc:sldMk cId="2197222352" sldId="264"/>
            <ac:spMk id="2" creationId="{4CE47C4E-B34D-D3FF-B9B2-96400C50B7FD}"/>
          </ac:spMkLst>
        </pc:spChg>
      </pc:sldChg>
      <pc:sldChg chg="delSp modSp add mod">
        <pc:chgData name="Yeazell, Jeffrey@Waterboards" userId="77c35632-eb28-46fb-9331-887dc90c6b94" providerId="ADAL" clId="{F58AAF76-1AF5-4F98-BA1A-96DDAD2B32F6}" dt="2025-06-25T16:15:05.598" v="119" actId="478"/>
        <pc:sldMkLst>
          <pc:docMk/>
          <pc:sldMk cId="4049966355" sldId="264"/>
        </pc:sldMkLst>
        <pc:spChg chg="mod">
          <ac:chgData name="Yeazell, Jeffrey@Waterboards" userId="77c35632-eb28-46fb-9331-887dc90c6b94" providerId="ADAL" clId="{F58AAF76-1AF5-4F98-BA1A-96DDAD2B32F6}" dt="2025-06-25T16:14:32.842" v="117" actId="20577"/>
          <ac:spMkLst>
            <pc:docMk/>
            <pc:sldMk cId="4049966355" sldId="264"/>
            <ac:spMk id="2" creationId="{6701D9D7-AB6D-C769-5F02-902E38A17CF6}"/>
          </ac:spMkLst>
        </pc:spChg>
        <pc:spChg chg="del mod">
          <ac:chgData name="Yeazell, Jeffrey@Waterboards" userId="77c35632-eb28-46fb-9331-887dc90c6b94" providerId="ADAL" clId="{F58AAF76-1AF5-4F98-BA1A-96DDAD2B32F6}" dt="2025-06-25T16:15:05.598" v="119" actId="478"/>
          <ac:spMkLst>
            <pc:docMk/>
            <pc:sldMk cId="4049966355" sldId="264"/>
            <ac:spMk id="3" creationId="{0A10731B-283A-1AD2-2C6B-7B2A087D5F1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C57F78-32D2-451B-9E1D-79A1E101094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11989D-4604-4F83-9D56-B44EF84C6B45}">
      <dgm:prSet/>
      <dgm:spPr/>
      <dgm:t>
        <a:bodyPr/>
        <a:lstStyle/>
        <a:p>
          <a:r>
            <a:rPr lang="en-US"/>
            <a:t>Provide real-time visibility into Scott and Shasta River streamflow conditions.</a:t>
          </a:r>
        </a:p>
      </dgm:t>
    </dgm:pt>
    <dgm:pt modelId="{5CA5821D-B367-4713-AB48-F20E96E48CEF}" type="parTrans" cxnId="{FEFA24F7-B696-4356-9280-DD1A9658580D}">
      <dgm:prSet/>
      <dgm:spPr/>
      <dgm:t>
        <a:bodyPr/>
        <a:lstStyle/>
        <a:p>
          <a:endParaRPr lang="en-US"/>
        </a:p>
      </dgm:t>
    </dgm:pt>
    <dgm:pt modelId="{A301882F-7311-4AC9-8388-F9C7185D5173}" type="sibTrans" cxnId="{FEFA24F7-B696-4356-9280-DD1A9658580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707740C-F185-402E-B5D3-54C3C08E98A3}">
      <dgm:prSet/>
      <dgm:spPr/>
      <dgm:t>
        <a:bodyPr/>
        <a:lstStyle/>
        <a:p>
          <a:r>
            <a:rPr lang="en-US"/>
            <a:t>Compare recorded flows to regulatory minimum instream flow (MIF) thresholds.</a:t>
          </a:r>
        </a:p>
      </dgm:t>
    </dgm:pt>
    <dgm:pt modelId="{7B5CADD5-230C-4594-B5E7-403FA9AD5058}" type="parTrans" cxnId="{E76D8D7A-0594-4090-AC28-13E2817496AA}">
      <dgm:prSet/>
      <dgm:spPr/>
      <dgm:t>
        <a:bodyPr/>
        <a:lstStyle/>
        <a:p>
          <a:endParaRPr lang="en-US"/>
        </a:p>
      </dgm:t>
    </dgm:pt>
    <dgm:pt modelId="{7F800790-5179-421F-B770-B3FD19CC094A}" type="sibTrans" cxnId="{E76D8D7A-0594-4090-AC28-13E2817496A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6873009-1ECE-476F-AB9D-59BBBFC4370E}">
      <dgm:prSet/>
      <dgm:spPr/>
      <dgm:t>
        <a:bodyPr/>
        <a:lstStyle/>
        <a:p>
          <a:r>
            <a:rPr lang="en-US"/>
            <a:t>Provide current curtailment status of PODs in the watersheds.</a:t>
          </a:r>
        </a:p>
      </dgm:t>
    </dgm:pt>
    <dgm:pt modelId="{608233CF-EAE6-448C-AA4E-ECD8EF5B900B}" type="parTrans" cxnId="{C188BF63-FED7-4883-8F69-592807DAC06D}">
      <dgm:prSet/>
      <dgm:spPr/>
      <dgm:t>
        <a:bodyPr/>
        <a:lstStyle/>
        <a:p>
          <a:endParaRPr lang="en-US"/>
        </a:p>
      </dgm:t>
    </dgm:pt>
    <dgm:pt modelId="{2E974CA0-3895-4A36-86AE-A55E75943316}" type="sibTrans" cxnId="{C188BF63-FED7-4883-8F69-592807DAC06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8C9058D-BB83-C344-9D9C-C0C5459B5548}" type="pres">
      <dgm:prSet presAssocID="{90C57F78-32D2-451B-9E1D-79A1E1010940}" presName="Name0" presStyleCnt="0">
        <dgm:presLayoutVars>
          <dgm:animLvl val="lvl"/>
          <dgm:resizeHandles val="exact"/>
        </dgm:presLayoutVars>
      </dgm:prSet>
      <dgm:spPr/>
    </dgm:pt>
    <dgm:pt modelId="{04CA6069-77CC-964A-85D9-C04A59CA60E4}" type="pres">
      <dgm:prSet presAssocID="{DC11989D-4604-4F83-9D56-B44EF84C6B45}" presName="compositeNode" presStyleCnt="0">
        <dgm:presLayoutVars>
          <dgm:bulletEnabled val="1"/>
        </dgm:presLayoutVars>
      </dgm:prSet>
      <dgm:spPr/>
    </dgm:pt>
    <dgm:pt modelId="{19A1D243-C7BB-AA47-87FA-0456B974F1F0}" type="pres">
      <dgm:prSet presAssocID="{DC11989D-4604-4F83-9D56-B44EF84C6B45}" presName="bgRect" presStyleLbl="bgAccFollowNode1" presStyleIdx="0" presStyleCnt="3"/>
      <dgm:spPr/>
    </dgm:pt>
    <dgm:pt modelId="{A1D1C971-A419-034A-A3F5-683E273760D5}" type="pres">
      <dgm:prSet presAssocID="{A301882F-7311-4AC9-8388-F9C7185D5173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2676B93-783A-7D47-BA83-164F2C515552}" type="pres">
      <dgm:prSet presAssocID="{DC11989D-4604-4F83-9D56-B44EF84C6B45}" presName="bottomLine" presStyleLbl="alignNode1" presStyleIdx="1" presStyleCnt="6">
        <dgm:presLayoutVars/>
      </dgm:prSet>
      <dgm:spPr/>
    </dgm:pt>
    <dgm:pt modelId="{60BA85D8-9481-7144-9752-C02E0D00548D}" type="pres">
      <dgm:prSet presAssocID="{DC11989D-4604-4F83-9D56-B44EF84C6B45}" presName="nodeText" presStyleLbl="bgAccFollowNode1" presStyleIdx="0" presStyleCnt="3">
        <dgm:presLayoutVars>
          <dgm:bulletEnabled val="1"/>
        </dgm:presLayoutVars>
      </dgm:prSet>
      <dgm:spPr/>
    </dgm:pt>
    <dgm:pt modelId="{E3C704DF-2D38-2D4A-BC5D-99A713DC9C48}" type="pres">
      <dgm:prSet presAssocID="{A301882F-7311-4AC9-8388-F9C7185D5173}" presName="sibTrans" presStyleCnt="0"/>
      <dgm:spPr/>
    </dgm:pt>
    <dgm:pt modelId="{85B34D7F-722C-C24A-B897-52AA91AD163A}" type="pres">
      <dgm:prSet presAssocID="{9707740C-F185-402E-B5D3-54C3C08E98A3}" presName="compositeNode" presStyleCnt="0">
        <dgm:presLayoutVars>
          <dgm:bulletEnabled val="1"/>
        </dgm:presLayoutVars>
      </dgm:prSet>
      <dgm:spPr/>
    </dgm:pt>
    <dgm:pt modelId="{2AB9C63F-F6B7-3642-A604-EE0CBA3A1198}" type="pres">
      <dgm:prSet presAssocID="{9707740C-F185-402E-B5D3-54C3C08E98A3}" presName="bgRect" presStyleLbl="bgAccFollowNode1" presStyleIdx="1" presStyleCnt="3"/>
      <dgm:spPr/>
    </dgm:pt>
    <dgm:pt modelId="{8D251CAA-006A-3645-9BBA-E080C51B729A}" type="pres">
      <dgm:prSet presAssocID="{7F800790-5179-421F-B770-B3FD19CC094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13FFA74D-D378-124F-A41D-74DCC11FF058}" type="pres">
      <dgm:prSet presAssocID="{9707740C-F185-402E-B5D3-54C3C08E98A3}" presName="bottomLine" presStyleLbl="alignNode1" presStyleIdx="3" presStyleCnt="6">
        <dgm:presLayoutVars/>
      </dgm:prSet>
      <dgm:spPr/>
    </dgm:pt>
    <dgm:pt modelId="{EF61667E-C033-FB49-8357-0F739B6E7E11}" type="pres">
      <dgm:prSet presAssocID="{9707740C-F185-402E-B5D3-54C3C08E98A3}" presName="nodeText" presStyleLbl="bgAccFollowNode1" presStyleIdx="1" presStyleCnt="3">
        <dgm:presLayoutVars>
          <dgm:bulletEnabled val="1"/>
        </dgm:presLayoutVars>
      </dgm:prSet>
      <dgm:spPr/>
    </dgm:pt>
    <dgm:pt modelId="{D2CDF4A5-E982-E344-BC64-45FA4F0D7244}" type="pres">
      <dgm:prSet presAssocID="{7F800790-5179-421F-B770-B3FD19CC094A}" presName="sibTrans" presStyleCnt="0"/>
      <dgm:spPr/>
    </dgm:pt>
    <dgm:pt modelId="{1755EC6C-DF1F-4B42-AF66-7FF0CDED29CF}" type="pres">
      <dgm:prSet presAssocID="{76873009-1ECE-476F-AB9D-59BBBFC4370E}" presName="compositeNode" presStyleCnt="0">
        <dgm:presLayoutVars>
          <dgm:bulletEnabled val="1"/>
        </dgm:presLayoutVars>
      </dgm:prSet>
      <dgm:spPr/>
    </dgm:pt>
    <dgm:pt modelId="{11FCA7D9-3020-7D47-8A92-D98D459D1310}" type="pres">
      <dgm:prSet presAssocID="{76873009-1ECE-476F-AB9D-59BBBFC4370E}" presName="bgRect" presStyleLbl="bgAccFollowNode1" presStyleIdx="2" presStyleCnt="3"/>
      <dgm:spPr/>
    </dgm:pt>
    <dgm:pt modelId="{E4DB35E4-F5EA-8E42-9A2C-34D6E0C611E1}" type="pres">
      <dgm:prSet presAssocID="{2E974CA0-3895-4A36-86AE-A55E7594331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FFAB8910-945D-4249-B52F-3BA83B901FAB}" type="pres">
      <dgm:prSet presAssocID="{76873009-1ECE-476F-AB9D-59BBBFC4370E}" presName="bottomLine" presStyleLbl="alignNode1" presStyleIdx="5" presStyleCnt="6">
        <dgm:presLayoutVars/>
      </dgm:prSet>
      <dgm:spPr/>
    </dgm:pt>
    <dgm:pt modelId="{C2D2A70A-A559-4845-9CA9-946AD274FA5F}" type="pres">
      <dgm:prSet presAssocID="{76873009-1ECE-476F-AB9D-59BBBFC4370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3EC7907-0837-3C40-BBBF-EF4C9C750FC9}" type="presOf" srcId="{DC11989D-4604-4F83-9D56-B44EF84C6B45}" destId="{19A1D243-C7BB-AA47-87FA-0456B974F1F0}" srcOrd="0" destOrd="0" presId="urn:microsoft.com/office/officeart/2016/7/layout/BasicLinearProcessNumbered"/>
    <dgm:cxn modelId="{0762A81D-B47C-C849-B7C8-3B997FD2DAE5}" type="presOf" srcId="{A301882F-7311-4AC9-8388-F9C7185D5173}" destId="{A1D1C971-A419-034A-A3F5-683E273760D5}" srcOrd="0" destOrd="0" presId="urn:microsoft.com/office/officeart/2016/7/layout/BasicLinearProcessNumbered"/>
    <dgm:cxn modelId="{86146221-46A2-864A-A057-B75374633BA9}" type="presOf" srcId="{9707740C-F185-402E-B5D3-54C3C08E98A3}" destId="{2AB9C63F-F6B7-3642-A604-EE0CBA3A1198}" srcOrd="0" destOrd="0" presId="urn:microsoft.com/office/officeart/2016/7/layout/BasicLinearProcessNumbered"/>
    <dgm:cxn modelId="{6116F443-28E8-C047-8B44-799D3FC1661A}" type="presOf" srcId="{76873009-1ECE-476F-AB9D-59BBBFC4370E}" destId="{C2D2A70A-A559-4845-9CA9-946AD274FA5F}" srcOrd="1" destOrd="0" presId="urn:microsoft.com/office/officeart/2016/7/layout/BasicLinearProcessNumbered"/>
    <dgm:cxn modelId="{E351C25E-8CDE-4C4F-B176-125FF7962123}" type="presOf" srcId="{76873009-1ECE-476F-AB9D-59BBBFC4370E}" destId="{11FCA7D9-3020-7D47-8A92-D98D459D1310}" srcOrd="0" destOrd="0" presId="urn:microsoft.com/office/officeart/2016/7/layout/BasicLinearProcessNumbered"/>
    <dgm:cxn modelId="{C188BF63-FED7-4883-8F69-592807DAC06D}" srcId="{90C57F78-32D2-451B-9E1D-79A1E1010940}" destId="{76873009-1ECE-476F-AB9D-59BBBFC4370E}" srcOrd="2" destOrd="0" parTransId="{608233CF-EAE6-448C-AA4E-ECD8EF5B900B}" sibTransId="{2E974CA0-3895-4A36-86AE-A55E75943316}"/>
    <dgm:cxn modelId="{C1895073-C879-E040-BC78-FADEB4E5DB19}" type="presOf" srcId="{90C57F78-32D2-451B-9E1D-79A1E1010940}" destId="{18C9058D-BB83-C344-9D9C-C0C5459B5548}" srcOrd="0" destOrd="0" presId="urn:microsoft.com/office/officeart/2016/7/layout/BasicLinearProcessNumbered"/>
    <dgm:cxn modelId="{E76D8D7A-0594-4090-AC28-13E2817496AA}" srcId="{90C57F78-32D2-451B-9E1D-79A1E1010940}" destId="{9707740C-F185-402E-B5D3-54C3C08E98A3}" srcOrd="1" destOrd="0" parTransId="{7B5CADD5-230C-4594-B5E7-403FA9AD5058}" sibTransId="{7F800790-5179-421F-B770-B3FD19CC094A}"/>
    <dgm:cxn modelId="{8FB6E5A7-6799-4A4C-8C4B-146049674142}" type="presOf" srcId="{DC11989D-4604-4F83-9D56-B44EF84C6B45}" destId="{60BA85D8-9481-7144-9752-C02E0D00548D}" srcOrd="1" destOrd="0" presId="urn:microsoft.com/office/officeart/2016/7/layout/BasicLinearProcessNumbered"/>
    <dgm:cxn modelId="{A3BEB7B3-C97E-7F40-B046-6354E05FE9A8}" type="presOf" srcId="{9707740C-F185-402E-B5D3-54C3C08E98A3}" destId="{EF61667E-C033-FB49-8357-0F739B6E7E11}" srcOrd="1" destOrd="0" presId="urn:microsoft.com/office/officeart/2016/7/layout/BasicLinearProcessNumbered"/>
    <dgm:cxn modelId="{511903E1-0609-D74E-AE47-BFEA0AB249CC}" type="presOf" srcId="{7F800790-5179-421F-B770-B3FD19CC094A}" destId="{8D251CAA-006A-3645-9BBA-E080C51B729A}" srcOrd="0" destOrd="0" presId="urn:microsoft.com/office/officeart/2016/7/layout/BasicLinearProcessNumbered"/>
    <dgm:cxn modelId="{66994AF3-9334-9C46-A480-A673248CB2D1}" type="presOf" srcId="{2E974CA0-3895-4A36-86AE-A55E75943316}" destId="{E4DB35E4-F5EA-8E42-9A2C-34D6E0C611E1}" srcOrd="0" destOrd="0" presId="urn:microsoft.com/office/officeart/2016/7/layout/BasicLinearProcessNumbered"/>
    <dgm:cxn modelId="{FEFA24F7-B696-4356-9280-DD1A9658580D}" srcId="{90C57F78-32D2-451B-9E1D-79A1E1010940}" destId="{DC11989D-4604-4F83-9D56-B44EF84C6B45}" srcOrd="0" destOrd="0" parTransId="{5CA5821D-B367-4713-AB48-F20E96E48CEF}" sibTransId="{A301882F-7311-4AC9-8388-F9C7185D5173}"/>
    <dgm:cxn modelId="{9393466D-A3ED-904D-9212-678B8614847F}" type="presParOf" srcId="{18C9058D-BB83-C344-9D9C-C0C5459B5548}" destId="{04CA6069-77CC-964A-85D9-C04A59CA60E4}" srcOrd="0" destOrd="0" presId="urn:microsoft.com/office/officeart/2016/7/layout/BasicLinearProcessNumbered"/>
    <dgm:cxn modelId="{168E3A89-3932-DA4D-BB88-C46EFEFE8699}" type="presParOf" srcId="{04CA6069-77CC-964A-85D9-C04A59CA60E4}" destId="{19A1D243-C7BB-AA47-87FA-0456B974F1F0}" srcOrd="0" destOrd="0" presId="urn:microsoft.com/office/officeart/2016/7/layout/BasicLinearProcessNumbered"/>
    <dgm:cxn modelId="{A34F3075-CEF6-CD4B-A034-7AC7FA41355E}" type="presParOf" srcId="{04CA6069-77CC-964A-85D9-C04A59CA60E4}" destId="{A1D1C971-A419-034A-A3F5-683E273760D5}" srcOrd="1" destOrd="0" presId="urn:microsoft.com/office/officeart/2016/7/layout/BasicLinearProcessNumbered"/>
    <dgm:cxn modelId="{25A697C6-5E47-8249-B30C-71A67223CE3D}" type="presParOf" srcId="{04CA6069-77CC-964A-85D9-C04A59CA60E4}" destId="{12676B93-783A-7D47-BA83-164F2C515552}" srcOrd="2" destOrd="0" presId="urn:microsoft.com/office/officeart/2016/7/layout/BasicLinearProcessNumbered"/>
    <dgm:cxn modelId="{716DB480-ECBA-2C4E-B7F9-886EDFBCB2D3}" type="presParOf" srcId="{04CA6069-77CC-964A-85D9-C04A59CA60E4}" destId="{60BA85D8-9481-7144-9752-C02E0D00548D}" srcOrd="3" destOrd="0" presId="urn:microsoft.com/office/officeart/2016/7/layout/BasicLinearProcessNumbered"/>
    <dgm:cxn modelId="{E1E2232D-A475-D64B-A51D-D5393AB85378}" type="presParOf" srcId="{18C9058D-BB83-C344-9D9C-C0C5459B5548}" destId="{E3C704DF-2D38-2D4A-BC5D-99A713DC9C48}" srcOrd="1" destOrd="0" presId="urn:microsoft.com/office/officeart/2016/7/layout/BasicLinearProcessNumbered"/>
    <dgm:cxn modelId="{BE59047B-2B52-6944-9F83-B1E9F2A034BB}" type="presParOf" srcId="{18C9058D-BB83-C344-9D9C-C0C5459B5548}" destId="{85B34D7F-722C-C24A-B897-52AA91AD163A}" srcOrd="2" destOrd="0" presId="urn:microsoft.com/office/officeart/2016/7/layout/BasicLinearProcessNumbered"/>
    <dgm:cxn modelId="{E1F7881D-84E6-2E47-8D0A-9F6B37E940B3}" type="presParOf" srcId="{85B34D7F-722C-C24A-B897-52AA91AD163A}" destId="{2AB9C63F-F6B7-3642-A604-EE0CBA3A1198}" srcOrd="0" destOrd="0" presId="urn:microsoft.com/office/officeart/2016/7/layout/BasicLinearProcessNumbered"/>
    <dgm:cxn modelId="{79FFEABB-5C6A-374B-A427-0756D824DC43}" type="presParOf" srcId="{85B34D7F-722C-C24A-B897-52AA91AD163A}" destId="{8D251CAA-006A-3645-9BBA-E080C51B729A}" srcOrd="1" destOrd="0" presId="urn:microsoft.com/office/officeart/2016/7/layout/BasicLinearProcessNumbered"/>
    <dgm:cxn modelId="{09297FF4-E62B-DE4E-81D3-3FD55A923DE9}" type="presParOf" srcId="{85B34D7F-722C-C24A-B897-52AA91AD163A}" destId="{13FFA74D-D378-124F-A41D-74DCC11FF058}" srcOrd="2" destOrd="0" presId="urn:microsoft.com/office/officeart/2016/7/layout/BasicLinearProcessNumbered"/>
    <dgm:cxn modelId="{77BEEADC-6687-CD4A-BD16-1929B84D6DFC}" type="presParOf" srcId="{85B34D7F-722C-C24A-B897-52AA91AD163A}" destId="{EF61667E-C033-FB49-8357-0F739B6E7E11}" srcOrd="3" destOrd="0" presId="urn:microsoft.com/office/officeart/2016/7/layout/BasicLinearProcessNumbered"/>
    <dgm:cxn modelId="{CEA05077-4BD8-1149-8700-0E7A03ABEA79}" type="presParOf" srcId="{18C9058D-BB83-C344-9D9C-C0C5459B5548}" destId="{D2CDF4A5-E982-E344-BC64-45FA4F0D7244}" srcOrd="3" destOrd="0" presId="urn:microsoft.com/office/officeart/2016/7/layout/BasicLinearProcessNumbered"/>
    <dgm:cxn modelId="{D7754989-4102-3946-BAE9-3E71D4F24AFA}" type="presParOf" srcId="{18C9058D-BB83-C344-9D9C-C0C5459B5548}" destId="{1755EC6C-DF1F-4B42-AF66-7FF0CDED29CF}" srcOrd="4" destOrd="0" presId="urn:microsoft.com/office/officeart/2016/7/layout/BasicLinearProcessNumbered"/>
    <dgm:cxn modelId="{50C9602B-96FF-7340-8FFF-5E73198EB4A1}" type="presParOf" srcId="{1755EC6C-DF1F-4B42-AF66-7FF0CDED29CF}" destId="{11FCA7D9-3020-7D47-8A92-D98D459D1310}" srcOrd="0" destOrd="0" presId="urn:microsoft.com/office/officeart/2016/7/layout/BasicLinearProcessNumbered"/>
    <dgm:cxn modelId="{FF3F66D3-A8F7-E749-A051-779E2C729579}" type="presParOf" srcId="{1755EC6C-DF1F-4B42-AF66-7FF0CDED29CF}" destId="{E4DB35E4-F5EA-8E42-9A2C-34D6E0C611E1}" srcOrd="1" destOrd="0" presId="urn:microsoft.com/office/officeart/2016/7/layout/BasicLinearProcessNumbered"/>
    <dgm:cxn modelId="{161657C5-4143-7B4E-AB9F-823229DEE154}" type="presParOf" srcId="{1755EC6C-DF1F-4B42-AF66-7FF0CDED29CF}" destId="{FFAB8910-945D-4249-B52F-3BA83B901FAB}" srcOrd="2" destOrd="0" presId="urn:microsoft.com/office/officeart/2016/7/layout/BasicLinearProcessNumbered"/>
    <dgm:cxn modelId="{6937568A-6524-BA4A-B5EE-BCD41E87B62F}" type="presParOf" srcId="{1755EC6C-DF1F-4B42-AF66-7FF0CDED29CF}" destId="{C2D2A70A-A559-4845-9CA9-946AD274FA5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FF7974-8D98-4D93-8BE5-5F6EDB73D60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73FB67-0213-461D-A376-4D38A53845EF}">
      <dgm:prSet/>
      <dgm:spPr/>
      <dgm:t>
        <a:bodyPr/>
        <a:lstStyle/>
        <a:p>
          <a:r>
            <a:rPr lang="en-US" b="1" dirty="0"/>
            <a:t>CDEC</a:t>
          </a:r>
          <a:r>
            <a:rPr lang="en-US" dirty="0"/>
            <a:t> – California Data Exchange Center for 15-minute flow data.</a:t>
          </a:r>
        </a:p>
      </dgm:t>
    </dgm:pt>
    <dgm:pt modelId="{ED4700CF-3FA6-4C78-AAE8-2B665B015704}" type="parTrans" cxnId="{0E9895B1-ED44-412B-AA52-F3EF21AE96DE}">
      <dgm:prSet/>
      <dgm:spPr/>
      <dgm:t>
        <a:bodyPr/>
        <a:lstStyle/>
        <a:p>
          <a:endParaRPr lang="en-US"/>
        </a:p>
      </dgm:t>
    </dgm:pt>
    <dgm:pt modelId="{5C66C120-6205-437F-84BE-20A22982ED2C}" type="sibTrans" cxnId="{0E9895B1-ED44-412B-AA52-F3EF21AE96DE}">
      <dgm:prSet/>
      <dgm:spPr/>
      <dgm:t>
        <a:bodyPr/>
        <a:lstStyle/>
        <a:p>
          <a:endParaRPr lang="en-US"/>
        </a:p>
      </dgm:t>
    </dgm:pt>
    <dgm:pt modelId="{DFC2D83F-81E7-489E-95FF-FEE8DA140CA3}">
      <dgm:prSet/>
      <dgm:spPr/>
      <dgm:t>
        <a:bodyPr/>
        <a:lstStyle/>
        <a:p>
          <a:r>
            <a:rPr lang="en-US" b="1"/>
            <a:t>Shapefiles</a:t>
          </a:r>
          <a:r>
            <a:rPr lang="en-US"/>
            <a:t> – For watershed boundaries and stream networks.</a:t>
          </a:r>
        </a:p>
      </dgm:t>
    </dgm:pt>
    <dgm:pt modelId="{42BCB462-CD11-4CC0-8FC1-C9838A100189}" type="parTrans" cxnId="{DA98CB9B-E5F4-497B-B6A0-0A2471D98FF3}">
      <dgm:prSet/>
      <dgm:spPr/>
      <dgm:t>
        <a:bodyPr/>
        <a:lstStyle/>
        <a:p>
          <a:endParaRPr lang="en-US"/>
        </a:p>
      </dgm:t>
    </dgm:pt>
    <dgm:pt modelId="{BB6F78B7-B047-4F13-97FE-82CD8A2E46FD}" type="sibTrans" cxnId="{DA98CB9B-E5F4-497B-B6A0-0A2471D98FF3}">
      <dgm:prSet/>
      <dgm:spPr/>
      <dgm:t>
        <a:bodyPr/>
        <a:lstStyle/>
        <a:p>
          <a:endParaRPr lang="en-US"/>
        </a:p>
      </dgm:t>
    </dgm:pt>
    <dgm:pt modelId="{9AE31907-F2F0-4CAB-8402-E61E2E8952EA}">
      <dgm:prSet/>
      <dgm:spPr/>
      <dgm:t>
        <a:bodyPr/>
        <a:lstStyle/>
        <a:p>
          <a:r>
            <a:rPr lang="en-US" b="1" dirty="0"/>
            <a:t>POD Curtailment Status </a:t>
          </a:r>
          <a:r>
            <a:rPr lang="en-US" dirty="0"/>
            <a:t>– Provided by Drought Unit</a:t>
          </a:r>
        </a:p>
      </dgm:t>
    </dgm:pt>
    <dgm:pt modelId="{CC7D6A08-28D2-44B2-9050-F5965725F496}" type="parTrans" cxnId="{4A45DF72-EF04-4666-A52B-BA658A109687}">
      <dgm:prSet/>
      <dgm:spPr/>
      <dgm:t>
        <a:bodyPr/>
        <a:lstStyle/>
        <a:p>
          <a:endParaRPr lang="en-US"/>
        </a:p>
      </dgm:t>
    </dgm:pt>
    <dgm:pt modelId="{3A835BBD-8C93-4F77-93D9-1E59FB6F9168}" type="sibTrans" cxnId="{4A45DF72-EF04-4666-A52B-BA658A109687}">
      <dgm:prSet/>
      <dgm:spPr/>
      <dgm:t>
        <a:bodyPr/>
        <a:lstStyle/>
        <a:p>
          <a:endParaRPr lang="en-US"/>
        </a:p>
      </dgm:t>
    </dgm:pt>
    <dgm:pt modelId="{B9283374-6087-064B-850F-F2FA0C1E104F}" type="pres">
      <dgm:prSet presAssocID="{81FF7974-8D98-4D93-8BE5-5F6EDB73D6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650E8B-3399-8641-BAEC-FC43B921E4A0}" type="pres">
      <dgm:prSet presAssocID="{BA73FB67-0213-461D-A376-4D38A53845EF}" presName="hierRoot1" presStyleCnt="0"/>
      <dgm:spPr/>
    </dgm:pt>
    <dgm:pt modelId="{CF93475D-D8EA-FB4A-8856-D236B72D890B}" type="pres">
      <dgm:prSet presAssocID="{BA73FB67-0213-461D-A376-4D38A53845EF}" presName="composite" presStyleCnt="0"/>
      <dgm:spPr/>
    </dgm:pt>
    <dgm:pt modelId="{6FD3CACA-4E70-CD40-B4EC-3EDDDEAA557E}" type="pres">
      <dgm:prSet presAssocID="{BA73FB67-0213-461D-A376-4D38A53845EF}" presName="background" presStyleLbl="node0" presStyleIdx="0" presStyleCnt="3"/>
      <dgm:spPr/>
    </dgm:pt>
    <dgm:pt modelId="{EB85420D-C457-E340-880F-8C908D701D65}" type="pres">
      <dgm:prSet presAssocID="{BA73FB67-0213-461D-A376-4D38A53845EF}" presName="text" presStyleLbl="fgAcc0" presStyleIdx="0" presStyleCnt="3">
        <dgm:presLayoutVars>
          <dgm:chPref val="3"/>
        </dgm:presLayoutVars>
      </dgm:prSet>
      <dgm:spPr/>
    </dgm:pt>
    <dgm:pt modelId="{CB398EFD-6544-E844-B2FF-A8214818E837}" type="pres">
      <dgm:prSet presAssocID="{BA73FB67-0213-461D-A376-4D38A53845EF}" presName="hierChild2" presStyleCnt="0"/>
      <dgm:spPr/>
    </dgm:pt>
    <dgm:pt modelId="{2876DA74-6605-764A-8612-8C79EC38F5D4}" type="pres">
      <dgm:prSet presAssocID="{DFC2D83F-81E7-489E-95FF-FEE8DA140CA3}" presName="hierRoot1" presStyleCnt="0"/>
      <dgm:spPr/>
    </dgm:pt>
    <dgm:pt modelId="{0656C376-8872-494B-B60B-B33F2F568AA1}" type="pres">
      <dgm:prSet presAssocID="{DFC2D83F-81E7-489E-95FF-FEE8DA140CA3}" presName="composite" presStyleCnt="0"/>
      <dgm:spPr/>
    </dgm:pt>
    <dgm:pt modelId="{ED7DEA53-EDBB-A141-8066-57595F2682AE}" type="pres">
      <dgm:prSet presAssocID="{DFC2D83F-81E7-489E-95FF-FEE8DA140CA3}" presName="background" presStyleLbl="node0" presStyleIdx="1" presStyleCnt="3"/>
      <dgm:spPr/>
    </dgm:pt>
    <dgm:pt modelId="{D16F0492-CDA6-3D4C-AB83-3725800C39B7}" type="pres">
      <dgm:prSet presAssocID="{DFC2D83F-81E7-489E-95FF-FEE8DA140CA3}" presName="text" presStyleLbl="fgAcc0" presStyleIdx="1" presStyleCnt="3">
        <dgm:presLayoutVars>
          <dgm:chPref val="3"/>
        </dgm:presLayoutVars>
      </dgm:prSet>
      <dgm:spPr/>
    </dgm:pt>
    <dgm:pt modelId="{62E2BBA8-649F-EF49-853A-7DB1037C61C3}" type="pres">
      <dgm:prSet presAssocID="{DFC2D83F-81E7-489E-95FF-FEE8DA140CA3}" presName="hierChild2" presStyleCnt="0"/>
      <dgm:spPr/>
    </dgm:pt>
    <dgm:pt modelId="{732E6CD7-1B9B-E249-8CE2-28F56745AA7F}" type="pres">
      <dgm:prSet presAssocID="{9AE31907-F2F0-4CAB-8402-E61E2E8952EA}" presName="hierRoot1" presStyleCnt="0"/>
      <dgm:spPr/>
    </dgm:pt>
    <dgm:pt modelId="{817326FD-58B8-DA4A-9210-EE4EDD9011E6}" type="pres">
      <dgm:prSet presAssocID="{9AE31907-F2F0-4CAB-8402-E61E2E8952EA}" presName="composite" presStyleCnt="0"/>
      <dgm:spPr/>
    </dgm:pt>
    <dgm:pt modelId="{0DF17065-1BB8-E245-AF03-BCB8C4A83A18}" type="pres">
      <dgm:prSet presAssocID="{9AE31907-F2F0-4CAB-8402-E61E2E8952EA}" presName="background" presStyleLbl="node0" presStyleIdx="2" presStyleCnt="3"/>
      <dgm:spPr/>
    </dgm:pt>
    <dgm:pt modelId="{59AA0DA3-8A7D-2546-BB03-FDB3DD0FA667}" type="pres">
      <dgm:prSet presAssocID="{9AE31907-F2F0-4CAB-8402-E61E2E8952EA}" presName="text" presStyleLbl="fgAcc0" presStyleIdx="2" presStyleCnt="3">
        <dgm:presLayoutVars>
          <dgm:chPref val="3"/>
        </dgm:presLayoutVars>
      </dgm:prSet>
      <dgm:spPr/>
    </dgm:pt>
    <dgm:pt modelId="{EB8C9EEA-DA4B-384F-8B96-C12C5F6415B2}" type="pres">
      <dgm:prSet presAssocID="{9AE31907-F2F0-4CAB-8402-E61E2E8952EA}" presName="hierChild2" presStyleCnt="0"/>
      <dgm:spPr/>
    </dgm:pt>
  </dgm:ptLst>
  <dgm:cxnLst>
    <dgm:cxn modelId="{4A45DF72-EF04-4666-A52B-BA658A109687}" srcId="{81FF7974-8D98-4D93-8BE5-5F6EDB73D609}" destId="{9AE31907-F2F0-4CAB-8402-E61E2E8952EA}" srcOrd="2" destOrd="0" parTransId="{CC7D6A08-28D2-44B2-9050-F5965725F496}" sibTransId="{3A835BBD-8C93-4F77-93D9-1E59FB6F9168}"/>
    <dgm:cxn modelId="{A4E6F982-AC3C-A24A-8043-51FC72A3D205}" type="presOf" srcId="{81FF7974-8D98-4D93-8BE5-5F6EDB73D609}" destId="{B9283374-6087-064B-850F-F2FA0C1E104F}" srcOrd="0" destOrd="0" presId="urn:microsoft.com/office/officeart/2005/8/layout/hierarchy1"/>
    <dgm:cxn modelId="{D3FC9799-5AFD-C144-AF68-EC6419C9F61B}" type="presOf" srcId="{9AE31907-F2F0-4CAB-8402-E61E2E8952EA}" destId="{59AA0DA3-8A7D-2546-BB03-FDB3DD0FA667}" srcOrd="0" destOrd="0" presId="urn:microsoft.com/office/officeart/2005/8/layout/hierarchy1"/>
    <dgm:cxn modelId="{DA98CB9B-E5F4-497B-B6A0-0A2471D98FF3}" srcId="{81FF7974-8D98-4D93-8BE5-5F6EDB73D609}" destId="{DFC2D83F-81E7-489E-95FF-FEE8DA140CA3}" srcOrd="1" destOrd="0" parTransId="{42BCB462-CD11-4CC0-8FC1-C9838A100189}" sibTransId="{BB6F78B7-B047-4F13-97FE-82CD8A2E46FD}"/>
    <dgm:cxn modelId="{B564CBA1-E456-EF44-BEC5-1840D22A5A08}" type="presOf" srcId="{DFC2D83F-81E7-489E-95FF-FEE8DA140CA3}" destId="{D16F0492-CDA6-3D4C-AB83-3725800C39B7}" srcOrd="0" destOrd="0" presId="urn:microsoft.com/office/officeart/2005/8/layout/hierarchy1"/>
    <dgm:cxn modelId="{156E8EAE-DDE2-2845-943C-9593100E15AC}" type="presOf" srcId="{BA73FB67-0213-461D-A376-4D38A53845EF}" destId="{EB85420D-C457-E340-880F-8C908D701D65}" srcOrd="0" destOrd="0" presId="urn:microsoft.com/office/officeart/2005/8/layout/hierarchy1"/>
    <dgm:cxn modelId="{0E9895B1-ED44-412B-AA52-F3EF21AE96DE}" srcId="{81FF7974-8D98-4D93-8BE5-5F6EDB73D609}" destId="{BA73FB67-0213-461D-A376-4D38A53845EF}" srcOrd="0" destOrd="0" parTransId="{ED4700CF-3FA6-4C78-AAE8-2B665B015704}" sibTransId="{5C66C120-6205-437F-84BE-20A22982ED2C}"/>
    <dgm:cxn modelId="{1D0E0AE8-4BC8-7E4F-9C6C-6D359EBEC573}" type="presParOf" srcId="{B9283374-6087-064B-850F-F2FA0C1E104F}" destId="{83650E8B-3399-8641-BAEC-FC43B921E4A0}" srcOrd="0" destOrd="0" presId="urn:microsoft.com/office/officeart/2005/8/layout/hierarchy1"/>
    <dgm:cxn modelId="{E0EAECD5-C933-7248-8DB4-ED41249977DA}" type="presParOf" srcId="{83650E8B-3399-8641-BAEC-FC43B921E4A0}" destId="{CF93475D-D8EA-FB4A-8856-D236B72D890B}" srcOrd="0" destOrd="0" presId="urn:microsoft.com/office/officeart/2005/8/layout/hierarchy1"/>
    <dgm:cxn modelId="{ADDF663C-E71B-844D-B0BC-05EA4D8E7DDB}" type="presParOf" srcId="{CF93475D-D8EA-FB4A-8856-D236B72D890B}" destId="{6FD3CACA-4E70-CD40-B4EC-3EDDDEAA557E}" srcOrd="0" destOrd="0" presId="urn:microsoft.com/office/officeart/2005/8/layout/hierarchy1"/>
    <dgm:cxn modelId="{03C2B131-BFFF-B441-A7C8-D2697709C66F}" type="presParOf" srcId="{CF93475D-D8EA-FB4A-8856-D236B72D890B}" destId="{EB85420D-C457-E340-880F-8C908D701D65}" srcOrd="1" destOrd="0" presId="urn:microsoft.com/office/officeart/2005/8/layout/hierarchy1"/>
    <dgm:cxn modelId="{6714D53C-8195-DB48-BF67-04577310CF14}" type="presParOf" srcId="{83650E8B-3399-8641-BAEC-FC43B921E4A0}" destId="{CB398EFD-6544-E844-B2FF-A8214818E837}" srcOrd="1" destOrd="0" presId="urn:microsoft.com/office/officeart/2005/8/layout/hierarchy1"/>
    <dgm:cxn modelId="{4D84D930-5461-F04F-833F-68DDA8AF061C}" type="presParOf" srcId="{B9283374-6087-064B-850F-F2FA0C1E104F}" destId="{2876DA74-6605-764A-8612-8C79EC38F5D4}" srcOrd="1" destOrd="0" presId="urn:microsoft.com/office/officeart/2005/8/layout/hierarchy1"/>
    <dgm:cxn modelId="{FFC441BE-B615-A542-A8C9-0D5852F8A9AC}" type="presParOf" srcId="{2876DA74-6605-764A-8612-8C79EC38F5D4}" destId="{0656C376-8872-494B-B60B-B33F2F568AA1}" srcOrd="0" destOrd="0" presId="urn:microsoft.com/office/officeart/2005/8/layout/hierarchy1"/>
    <dgm:cxn modelId="{A5160B8F-A1F1-3541-8B3D-FCF3E02C59A2}" type="presParOf" srcId="{0656C376-8872-494B-B60B-B33F2F568AA1}" destId="{ED7DEA53-EDBB-A141-8066-57595F2682AE}" srcOrd="0" destOrd="0" presId="urn:microsoft.com/office/officeart/2005/8/layout/hierarchy1"/>
    <dgm:cxn modelId="{1CC5A1A7-C3B5-E04F-8733-225BF7FDDEAB}" type="presParOf" srcId="{0656C376-8872-494B-B60B-B33F2F568AA1}" destId="{D16F0492-CDA6-3D4C-AB83-3725800C39B7}" srcOrd="1" destOrd="0" presId="urn:microsoft.com/office/officeart/2005/8/layout/hierarchy1"/>
    <dgm:cxn modelId="{45C1EC5A-27CC-274D-BD8F-41BA0515B6A4}" type="presParOf" srcId="{2876DA74-6605-764A-8612-8C79EC38F5D4}" destId="{62E2BBA8-649F-EF49-853A-7DB1037C61C3}" srcOrd="1" destOrd="0" presId="urn:microsoft.com/office/officeart/2005/8/layout/hierarchy1"/>
    <dgm:cxn modelId="{77763165-31B6-FE43-8E98-FD6F0AF609F8}" type="presParOf" srcId="{B9283374-6087-064B-850F-F2FA0C1E104F}" destId="{732E6CD7-1B9B-E249-8CE2-28F56745AA7F}" srcOrd="2" destOrd="0" presId="urn:microsoft.com/office/officeart/2005/8/layout/hierarchy1"/>
    <dgm:cxn modelId="{860F4FA6-0E51-1A4C-8131-03C153092C51}" type="presParOf" srcId="{732E6CD7-1B9B-E249-8CE2-28F56745AA7F}" destId="{817326FD-58B8-DA4A-9210-EE4EDD9011E6}" srcOrd="0" destOrd="0" presId="urn:microsoft.com/office/officeart/2005/8/layout/hierarchy1"/>
    <dgm:cxn modelId="{877A4266-7E77-F74A-BA15-A926CEAD7E35}" type="presParOf" srcId="{817326FD-58B8-DA4A-9210-EE4EDD9011E6}" destId="{0DF17065-1BB8-E245-AF03-BCB8C4A83A18}" srcOrd="0" destOrd="0" presId="urn:microsoft.com/office/officeart/2005/8/layout/hierarchy1"/>
    <dgm:cxn modelId="{279C34EF-48B0-194D-A0F2-0BFF306080F5}" type="presParOf" srcId="{817326FD-58B8-DA4A-9210-EE4EDD9011E6}" destId="{59AA0DA3-8A7D-2546-BB03-FDB3DD0FA667}" srcOrd="1" destOrd="0" presId="urn:microsoft.com/office/officeart/2005/8/layout/hierarchy1"/>
    <dgm:cxn modelId="{63D40081-2F01-7C48-B6FC-100449A8CC65}" type="presParOf" srcId="{732E6CD7-1B9B-E249-8CE2-28F56745AA7F}" destId="{EB8C9EEA-DA4B-384F-8B96-C12C5F6415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A08B58-53E1-42E8-9664-B9C3420A36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9988A6-494D-4CC2-A8F5-CB4F6F08CD01}">
      <dgm:prSet/>
      <dgm:spPr/>
      <dgm:t>
        <a:bodyPr/>
        <a:lstStyle/>
        <a:p>
          <a:r>
            <a:rPr lang="en-US"/>
            <a:t>Live gauges for </a:t>
          </a:r>
          <a:r>
            <a:rPr lang="en-US" b="1"/>
            <a:t>SFJ</a:t>
          </a:r>
          <a:r>
            <a:rPr lang="en-US"/>
            <a:t> and </a:t>
          </a:r>
          <a:r>
            <a:rPr lang="en-US" b="1"/>
            <a:t>SRY</a:t>
          </a:r>
          <a:r>
            <a:rPr lang="en-US"/>
            <a:t> with MIF thresholds.</a:t>
          </a:r>
        </a:p>
      </dgm:t>
    </dgm:pt>
    <dgm:pt modelId="{7559263F-06D1-4595-BF52-3085C8452B1C}" type="parTrans" cxnId="{2B1E4A59-CD40-4622-B76F-6B091BF53CD8}">
      <dgm:prSet/>
      <dgm:spPr/>
      <dgm:t>
        <a:bodyPr/>
        <a:lstStyle/>
        <a:p>
          <a:endParaRPr lang="en-US"/>
        </a:p>
      </dgm:t>
    </dgm:pt>
    <dgm:pt modelId="{B40D48C6-3ACF-46AA-ADB1-D8DFC02C70A4}" type="sibTrans" cxnId="{2B1E4A59-CD40-4622-B76F-6B091BF53CD8}">
      <dgm:prSet/>
      <dgm:spPr/>
      <dgm:t>
        <a:bodyPr/>
        <a:lstStyle/>
        <a:p>
          <a:endParaRPr lang="en-US"/>
        </a:p>
      </dgm:t>
    </dgm:pt>
    <dgm:pt modelId="{3DF9A0E9-B523-4358-A305-0503A079C29C}">
      <dgm:prSet/>
      <dgm:spPr/>
      <dgm:t>
        <a:bodyPr/>
        <a:lstStyle/>
        <a:p>
          <a:r>
            <a:rPr lang="en-US"/>
            <a:t>Interactive map showing:</a:t>
          </a:r>
        </a:p>
      </dgm:t>
    </dgm:pt>
    <dgm:pt modelId="{F4E92B3E-86E9-4B39-858C-D2F679565321}" type="parTrans" cxnId="{8D730EEA-F54E-4F39-B0C9-A7DC0CE7415B}">
      <dgm:prSet/>
      <dgm:spPr/>
      <dgm:t>
        <a:bodyPr/>
        <a:lstStyle/>
        <a:p>
          <a:endParaRPr lang="en-US"/>
        </a:p>
      </dgm:t>
    </dgm:pt>
    <dgm:pt modelId="{8E7312DA-A682-4770-AE39-247BB1025499}" type="sibTrans" cxnId="{8D730EEA-F54E-4F39-B0C9-A7DC0CE7415B}">
      <dgm:prSet/>
      <dgm:spPr/>
      <dgm:t>
        <a:bodyPr/>
        <a:lstStyle/>
        <a:p>
          <a:endParaRPr lang="en-US"/>
        </a:p>
      </dgm:t>
    </dgm:pt>
    <dgm:pt modelId="{5FFA7AA0-9EDB-4BA5-8BC8-A4D80815944D}">
      <dgm:prSet/>
      <dgm:spPr/>
      <dgm:t>
        <a:bodyPr/>
        <a:lstStyle/>
        <a:p>
          <a:r>
            <a:rPr lang="en-US"/>
            <a:t>POD curtailment status</a:t>
          </a:r>
        </a:p>
      </dgm:t>
    </dgm:pt>
    <dgm:pt modelId="{36A21A17-C537-46E8-8135-312976EB7DEF}" type="parTrans" cxnId="{0D886C99-E583-48A3-A6D5-38BC5A9175BC}">
      <dgm:prSet/>
      <dgm:spPr/>
      <dgm:t>
        <a:bodyPr/>
        <a:lstStyle/>
        <a:p>
          <a:endParaRPr lang="en-US"/>
        </a:p>
      </dgm:t>
    </dgm:pt>
    <dgm:pt modelId="{DCCB6330-315D-4377-9BC4-441619CAF3D5}" type="sibTrans" cxnId="{0D886C99-E583-48A3-A6D5-38BC5A9175BC}">
      <dgm:prSet/>
      <dgm:spPr/>
      <dgm:t>
        <a:bodyPr/>
        <a:lstStyle/>
        <a:p>
          <a:endParaRPr lang="en-US"/>
        </a:p>
      </dgm:t>
    </dgm:pt>
    <dgm:pt modelId="{EE09A054-21A1-44C1-AA3C-ED033B2420A0}">
      <dgm:prSet/>
      <dgm:spPr/>
      <dgm:t>
        <a:bodyPr/>
        <a:lstStyle/>
        <a:p>
          <a:r>
            <a:rPr lang="en-US" dirty="0"/>
            <a:t>Clickable CDEC station links</a:t>
          </a:r>
        </a:p>
      </dgm:t>
    </dgm:pt>
    <dgm:pt modelId="{7CCEC0AD-F433-441D-883C-47961BD74E10}" type="parTrans" cxnId="{34992809-EBEF-4C24-9A7C-88D5A10D8C77}">
      <dgm:prSet/>
      <dgm:spPr/>
      <dgm:t>
        <a:bodyPr/>
        <a:lstStyle/>
        <a:p>
          <a:endParaRPr lang="en-US"/>
        </a:p>
      </dgm:t>
    </dgm:pt>
    <dgm:pt modelId="{0F100F41-63C2-4D4B-B8C8-22E4CAEF200E}" type="sibTrans" cxnId="{34992809-EBEF-4C24-9A7C-88D5A10D8C77}">
      <dgm:prSet/>
      <dgm:spPr/>
      <dgm:t>
        <a:bodyPr/>
        <a:lstStyle/>
        <a:p>
          <a:endParaRPr lang="en-US"/>
        </a:p>
      </dgm:t>
    </dgm:pt>
    <dgm:pt modelId="{6D259E67-E736-4299-874C-2E4B44110CBB}">
      <dgm:prSet/>
      <dgm:spPr/>
      <dgm:t>
        <a:bodyPr/>
        <a:lstStyle/>
        <a:p>
          <a:r>
            <a:rPr lang="en-US"/>
            <a:t>Watershed and stream overlays</a:t>
          </a:r>
        </a:p>
      </dgm:t>
    </dgm:pt>
    <dgm:pt modelId="{76EF45E2-C826-45F1-A76E-7522F7354245}" type="parTrans" cxnId="{88D5C5F3-15B9-4E6E-B3D2-06CD9338F2B8}">
      <dgm:prSet/>
      <dgm:spPr/>
      <dgm:t>
        <a:bodyPr/>
        <a:lstStyle/>
        <a:p>
          <a:endParaRPr lang="en-US"/>
        </a:p>
      </dgm:t>
    </dgm:pt>
    <dgm:pt modelId="{074F359A-A380-453D-B6AE-1F06BAB4B2FC}" type="sibTrans" cxnId="{88D5C5F3-15B9-4E6E-B3D2-06CD9338F2B8}">
      <dgm:prSet/>
      <dgm:spPr/>
      <dgm:t>
        <a:bodyPr/>
        <a:lstStyle/>
        <a:p>
          <a:endParaRPr lang="en-US"/>
        </a:p>
      </dgm:t>
    </dgm:pt>
    <dgm:pt modelId="{10BF5995-1A99-4778-9A91-0BDC3A826C34}">
      <dgm:prSet/>
      <dgm:spPr/>
      <dgm:t>
        <a:bodyPr/>
        <a:lstStyle/>
        <a:p>
          <a:r>
            <a:rPr lang="en-US" dirty="0"/>
            <a:t>Desktop and mobile optimized</a:t>
          </a:r>
        </a:p>
      </dgm:t>
    </dgm:pt>
    <dgm:pt modelId="{E4DDEE21-B190-4661-8DFD-EE48C4221FA8}" type="parTrans" cxnId="{3A17A6CA-855A-4639-9626-85F05BFB8DF9}">
      <dgm:prSet/>
      <dgm:spPr/>
      <dgm:t>
        <a:bodyPr/>
        <a:lstStyle/>
        <a:p>
          <a:endParaRPr lang="en-US"/>
        </a:p>
      </dgm:t>
    </dgm:pt>
    <dgm:pt modelId="{CB5879A8-BE9C-45EE-B588-C541B0B8DC71}" type="sibTrans" cxnId="{3A17A6CA-855A-4639-9626-85F05BFB8DF9}">
      <dgm:prSet/>
      <dgm:spPr/>
      <dgm:t>
        <a:bodyPr/>
        <a:lstStyle/>
        <a:p>
          <a:endParaRPr lang="en-US"/>
        </a:p>
      </dgm:t>
    </dgm:pt>
    <dgm:pt modelId="{A92B7CDA-DE2B-9245-BC49-00B1AD9C6C38}" type="pres">
      <dgm:prSet presAssocID="{D5A08B58-53E1-42E8-9664-B9C3420A36AD}" presName="linear" presStyleCnt="0">
        <dgm:presLayoutVars>
          <dgm:animLvl val="lvl"/>
          <dgm:resizeHandles val="exact"/>
        </dgm:presLayoutVars>
      </dgm:prSet>
      <dgm:spPr/>
    </dgm:pt>
    <dgm:pt modelId="{E677D39E-1316-704B-8FD9-95F619B69452}" type="pres">
      <dgm:prSet presAssocID="{5C9988A6-494D-4CC2-A8F5-CB4F6F08CD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ED3DBF-8758-C543-BCBE-293D817A8587}" type="pres">
      <dgm:prSet presAssocID="{B40D48C6-3ACF-46AA-ADB1-D8DFC02C70A4}" presName="spacer" presStyleCnt="0"/>
      <dgm:spPr/>
    </dgm:pt>
    <dgm:pt modelId="{A3D1242B-E700-B643-8E36-177E9FD6B317}" type="pres">
      <dgm:prSet presAssocID="{3DF9A0E9-B523-4358-A305-0503A079C2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5AB22EF-A779-E748-A398-3398C94A2D1B}" type="pres">
      <dgm:prSet presAssocID="{3DF9A0E9-B523-4358-A305-0503A079C29C}" presName="childText" presStyleLbl="revTx" presStyleIdx="0" presStyleCnt="1">
        <dgm:presLayoutVars>
          <dgm:bulletEnabled val="1"/>
        </dgm:presLayoutVars>
      </dgm:prSet>
      <dgm:spPr/>
    </dgm:pt>
    <dgm:pt modelId="{B91CCC38-5DF1-254F-999A-29C9D656A457}" type="pres">
      <dgm:prSet presAssocID="{10BF5995-1A99-4778-9A91-0BDC3A826C3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4992809-EBEF-4C24-9A7C-88D5A10D8C77}" srcId="{3DF9A0E9-B523-4358-A305-0503A079C29C}" destId="{EE09A054-21A1-44C1-AA3C-ED033B2420A0}" srcOrd="1" destOrd="0" parTransId="{7CCEC0AD-F433-441D-883C-47961BD74E10}" sibTransId="{0F100F41-63C2-4D4B-B8C8-22E4CAEF200E}"/>
    <dgm:cxn modelId="{FC92A40F-B461-0440-9B8F-1988D2396B07}" type="presOf" srcId="{10BF5995-1A99-4778-9A91-0BDC3A826C34}" destId="{B91CCC38-5DF1-254F-999A-29C9D656A457}" srcOrd="0" destOrd="0" presId="urn:microsoft.com/office/officeart/2005/8/layout/vList2"/>
    <dgm:cxn modelId="{E7B9C411-3051-9B41-BFED-3A41F06411ED}" type="presOf" srcId="{5FFA7AA0-9EDB-4BA5-8BC8-A4D80815944D}" destId="{45AB22EF-A779-E748-A398-3398C94A2D1B}" srcOrd="0" destOrd="0" presId="urn:microsoft.com/office/officeart/2005/8/layout/vList2"/>
    <dgm:cxn modelId="{EB5CAD53-236C-AB42-A95F-6D06B01AC46E}" type="presOf" srcId="{D5A08B58-53E1-42E8-9664-B9C3420A36AD}" destId="{A92B7CDA-DE2B-9245-BC49-00B1AD9C6C38}" srcOrd="0" destOrd="0" presId="urn:microsoft.com/office/officeart/2005/8/layout/vList2"/>
    <dgm:cxn modelId="{2B1E4A59-CD40-4622-B76F-6B091BF53CD8}" srcId="{D5A08B58-53E1-42E8-9664-B9C3420A36AD}" destId="{5C9988A6-494D-4CC2-A8F5-CB4F6F08CD01}" srcOrd="0" destOrd="0" parTransId="{7559263F-06D1-4595-BF52-3085C8452B1C}" sibTransId="{B40D48C6-3ACF-46AA-ADB1-D8DFC02C70A4}"/>
    <dgm:cxn modelId="{6169CD67-B7BF-9C4D-82DE-232CFB7078F1}" type="presOf" srcId="{6D259E67-E736-4299-874C-2E4B44110CBB}" destId="{45AB22EF-A779-E748-A398-3398C94A2D1B}" srcOrd="0" destOrd="2" presId="urn:microsoft.com/office/officeart/2005/8/layout/vList2"/>
    <dgm:cxn modelId="{A0B7B472-172D-4B40-93CD-A7613F673E32}" type="presOf" srcId="{3DF9A0E9-B523-4358-A305-0503A079C29C}" destId="{A3D1242B-E700-B643-8E36-177E9FD6B317}" srcOrd="0" destOrd="0" presId="urn:microsoft.com/office/officeart/2005/8/layout/vList2"/>
    <dgm:cxn modelId="{0D886C99-E583-48A3-A6D5-38BC5A9175BC}" srcId="{3DF9A0E9-B523-4358-A305-0503A079C29C}" destId="{5FFA7AA0-9EDB-4BA5-8BC8-A4D80815944D}" srcOrd="0" destOrd="0" parTransId="{36A21A17-C537-46E8-8135-312976EB7DEF}" sibTransId="{DCCB6330-315D-4377-9BC4-441619CAF3D5}"/>
    <dgm:cxn modelId="{3A17A6CA-855A-4639-9626-85F05BFB8DF9}" srcId="{D5A08B58-53E1-42E8-9664-B9C3420A36AD}" destId="{10BF5995-1A99-4778-9A91-0BDC3A826C34}" srcOrd="2" destOrd="0" parTransId="{E4DDEE21-B190-4661-8DFD-EE48C4221FA8}" sibTransId="{CB5879A8-BE9C-45EE-B588-C541B0B8DC71}"/>
    <dgm:cxn modelId="{C9C29ECE-B072-A040-9AA8-90B78D4B8B62}" type="presOf" srcId="{5C9988A6-494D-4CC2-A8F5-CB4F6F08CD01}" destId="{E677D39E-1316-704B-8FD9-95F619B69452}" srcOrd="0" destOrd="0" presId="urn:microsoft.com/office/officeart/2005/8/layout/vList2"/>
    <dgm:cxn modelId="{8D730EEA-F54E-4F39-B0C9-A7DC0CE7415B}" srcId="{D5A08B58-53E1-42E8-9664-B9C3420A36AD}" destId="{3DF9A0E9-B523-4358-A305-0503A079C29C}" srcOrd="1" destOrd="0" parTransId="{F4E92B3E-86E9-4B39-858C-D2F679565321}" sibTransId="{8E7312DA-A682-4770-AE39-247BB1025499}"/>
    <dgm:cxn modelId="{900288EA-5481-6F4C-ABF1-3041522D6FEB}" type="presOf" srcId="{EE09A054-21A1-44C1-AA3C-ED033B2420A0}" destId="{45AB22EF-A779-E748-A398-3398C94A2D1B}" srcOrd="0" destOrd="1" presId="urn:microsoft.com/office/officeart/2005/8/layout/vList2"/>
    <dgm:cxn modelId="{88D5C5F3-15B9-4E6E-B3D2-06CD9338F2B8}" srcId="{3DF9A0E9-B523-4358-A305-0503A079C29C}" destId="{6D259E67-E736-4299-874C-2E4B44110CBB}" srcOrd="2" destOrd="0" parTransId="{76EF45E2-C826-45F1-A76E-7522F7354245}" sibTransId="{074F359A-A380-453D-B6AE-1F06BAB4B2FC}"/>
    <dgm:cxn modelId="{6282B0AC-8BB7-AD43-8745-3ED0218C25CD}" type="presParOf" srcId="{A92B7CDA-DE2B-9245-BC49-00B1AD9C6C38}" destId="{E677D39E-1316-704B-8FD9-95F619B69452}" srcOrd="0" destOrd="0" presId="urn:microsoft.com/office/officeart/2005/8/layout/vList2"/>
    <dgm:cxn modelId="{4CB9716D-CA36-4445-A79E-5677B3838233}" type="presParOf" srcId="{A92B7CDA-DE2B-9245-BC49-00B1AD9C6C38}" destId="{F9ED3DBF-8758-C543-BCBE-293D817A8587}" srcOrd="1" destOrd="0" presId="urn:microsoft.com/office/officeart/2005/8/layout/vList2"/>
    <dgm:cxn modelId="{27E8C1C2-9DF0-4044-AC73-B48EA0A778F4}" type="presParOf" srcId="{A92B7CDA-DE2B-9245-BC49-00B1AD9C6C38}" destId="{A3D1242B-E700-B643-8E36-177E9FD6B317}" srcOrd="2" destOrd="0" presId="urn:microsoft.com/office/officeart/2005/8/layout/vList2"/>
    <dgm:cxn modelId="{2EA54D70-06B2-6B48-81BE-73ED415FAC75}" type="presParOf" srcId="{A92B7CDA-DE2B-9245-BC49-00B1AD9C6C38}" destId="{45AB22EF-A779-E748-A398-3398C94A2D1B}" srcOrd="3" destOrd="0" presId="urn:microsoft.com/office/officeart/2005/8/layout/vList2"/>
    <dgm:cxn modelId="{CDC5CE4B-BBFB-F44C-A591-4C4A19991D6D}" type="presParOf" srcId="{A92B7CDA-DE2B-9245-BC49-00B1AD9C6C38}" destId="{B91CCC38-5DF1-254F-999A-29C9D656A4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B029C-E278-4998-BD8C-FCB1B9952EC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9B9EA3D-FEAE-42F3-A265-F2E1C9CD9484}">
      <dgm:prSet/>
      <dgm:spPr/>
      <dgm:t>
        <a:bodyPr/>
        <a:lstStyle/>
        <a:p>
          <a:r>
            <a:rPr lang="en-US" b="1"/>
            <a:t>R / Shiny / Leaflet</a:t>
          </a:r>
          <a:r>
            <a:rPr lang="en-US"/>
            <a:t> for interactive web dashboard</a:t>
          </a:r>
        </a:p>
      </dgm:t>
    </dgm:pt>
    <dgm:pt modelId="{AB37A3E7-84F2-4FFF-9D0C-17C3D2CD3944}" type="parTrans" cxnId="{419377F8-56D4-48DE-86B7-3AFB647C7DDD}">
      <dgm:prSet/>
      <dgm:spPr/>
      <dgm:t>
        <a:bodyPr/>
        <a:lstStyle/>
        <a:p>
          <a:endParaRPr lang="en-US"/>
        </a:p>
      </dgm:t>
    </dgm:pt>
    <dgm:pt modelId="{A93FA863-4BE9-41BC-AA9F-297199CA84A5}" type="sibTrans" cxnId="{419377F8-56D4-48DE-86B7-3AFB647C7DDD}">
      <dgm:prSet/>
      <dgm:spPr/>
      <dgm:t>
        <a:bodyPr/>
        <a:lstStyle/>
        <a:p>
          <a:endParaRPr lang="en-US"/>
        </a:p>
      </dgm:t>
    </dgm:pt>
    <dgm:pt modelId="{32B25AA3-0452-4C28-BF22-D6AD696F551F}">
      <dgm:prSet/>
      <dgm:spPr/>
      <dgm:t>
        <a:bodyPr/>
        <a:lstStyle/>
        <a:p>
          <a:r>
            <a:rPr lang="en-US" b="1"/>
            <a:t>flexdashboard</a:t>
          </a:r>
          <a:r>
            <a:rPr lang="en-US"/>
            <a:t> for gauge rendering</a:t>
          </a:r>
        </a:p>
      </dgm:t>
    </dgm:pt>
    <dgm:pt modelId="{8D8CCFA1-7D0B-4F61-9FA5-46F06BE2E03A}" type="parTrans" cxnId="{851919BF-EF6F-497F-93E8-E637245D0196}">
      <dgm:prSet/>
      <dgm:spPr/>
      <dgm:t>
        <a:bodyPr/>
        <a:lstStyle/>
        <a:p>
          <a:endParaRPr lang="en-US"/>
        </a:p>
      </dgm:t>
    </dgm:pt>
    <dgm:pt modelId="{B8649C84-B143-4DE8-9309-CC744C37EF64}" type="sibTrans" cxnId="{851919BF-EF6F-497F-93E8-E637245D0196}">
      <dgm:prSet/>
      <dgm:spPr/>
      <dgm:t>
        <a:bodyPr/>
        <a:lstStyle/>
        <a:p>
          <a:endParaRPr lang="en-US"/>
        </a:p>
      </dgm:t>
    </dgm:pt>
    <dgm:pt modelId="{C708F89A-D259-4E70-A948-C6777393BBFD}">
      <dgm:prSet/>
      <dgm:spPr/>
      <dgm:t>
        <a:bodyPr/>
        <a:lstStyle/>
        <a:p>
          <a:r>
            <a:rPr lang="en-US" b="1" dirty="0"/>
            <a:t>Amazon S3</a:t>
          </a:r>
          <a:r>
            <a:rPr lang="en-US" b="0" dirty="0"/>
            <a:t> to store dynamic data</a:t>
          </a:r>
          <a:endParaRPr lang="en-US" dirty="0"/>
        </a:p>
      </dgm:t>
    </dgm:pt>
    <dgm:pt modelId="{D5D1F48B-079B-4973-A388-C358C4A91794}" type="parTrans" cxnId="{9C4624E9-179E-40F4-8B70-1997C563DA2C}">
      <dgm:prSet/>
      <dgm:spPr/>
      <dgm:t>
        <a:bodyPr/>
        <a:lstStyle/>
        <a:p>
          <a:endParaRPr lang="en-US"/>
        </a:p>
      </dgm:t>
    </dgm:pt>
    <dgm:pt modelId="{1E9F718D-230C-4C46-B5BE-C5EE0F893017}" type="sibTrans" cxnId="{9C4624E9-179E-40F4-8B70-1997C563DA2C}">
      <dgm:prSet/>
      <dgm:spPr/>
      <dgm:t>
        <a:bodyPr/>
        <a:lstStyle/>
        <a:p>
          <a:endParaRPr lang="en-US"/>
        </a:p>
      </dgm:t>
    </dgm:pt>
    <dgm:pt modelId="{A8B1AD65-B4AA-C54D-8D25-287AEAD80ACB}" type="pres">
      <dgm:prSet presAssocID="{CB9B029C-E278-4998-BD8C-FCB1B9952E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1FC056-E10E-344B-9E60-843A27D43283}" type="pres">
      <dgm:prSet presAssocID="{29B9EA3D-FEAE-42F3-A265-F2E1C9CD9484}" presName="hierRoot1" presStyleCnt="0"/>
      <dgm:spPr/>
    </dgm:pt>
    <dgm:pt modelId="{29DDAD04-0F59-9B4F-A9F7-47F98B6E7AEE}" type="pres">
      <dgm:prSet presAssocID="{29B9EA3D-FEAE-42F3-A265-F2E1C9CD9484}" presName="composite" presStyleCnt="0"/>
      <dgm:spPr/>
    </dgm:pt>
    <dgm:pt modelId="{BCA64983-3AF5-F84F-8C2C-7A101544C537}" type="pres">
      <dgm:prSet presAssocID="{29B9EA3D-FEAE-42F3-A265-F2E1C9CD9484}" presName="background" presStyleLbl="node0" presStyleIdx="0" presStyleCnt="3"/>
      <dgm:spPr/>
    </dgm:pt>
    <dgm:pt modelId="{F98E3DBB-1E49-9B4A-A27A-064B394FA29F}" type="pres">
      <dgm:prSet presAssocID="{29B9EA3D-FEAE-42F3-A265-F2E1C9CD9484}" presName="text" presStyleLbl="fgAcc0" presStyleIdx="0" presStyleCnt="3">
        <dgm:presLayoutVars>
          <dgm:chPref val="3"/>
        </dgm:presLayoutVars>
      </dgm:prSet>
      <dgm:spPr/>
    </dgm:pt>
    <dgm:pt modelId="{897F9804-F8E7-1443-A0CA-8FA083D83DEA}" type="pres">
      <dgm:prSet presAssocID="{29B9EA3D-FEAE-42F3-A265-F2E1C9CD9484}" presName="hierChild2" presStyleCnt="0"/>
      <dgm:spPr/>
    </dgm:pt>
    <dgm:pt modelId="{4087CFCF-C4D1-9241-A80B-0FEE213BA402}" type="pres">
      <dgm:prSet presAssocID="{32B25AA3-0452-4C28-BF22-D6AD696F551F}" presName="hierRoot1" presStyleCnt="0"/>
      <dgm:spPr/>
    </dgm:pt>
    <dgm:pt modelId="{353438EA-8D5B-3149-8B11-C91DE52DE64E}" type="pres">
      <dgm:prSet presAssocID="{32B25AA3-0452-4C28-BF22-D6AD696F551F}" presName="composite" presStyleCnt="0"/>
      <dgm:spPr/>
    </dgm:pt>
    <dgm:pt modelId="{BD81E52E-D635-1943-B79A-C810F68B1593}" type="pres">
      <dgm:prSet presAssocID="{32B25AA3-0452-4C28-BF22-D6AD696F551F}" presName="background" presStyleLbl="node0" presStyleIdx="1" presStyleCnt="3"/>
      <dgm:spPr/>
    </dgm:pt>
    <dgm:pt modelId="{8D166D5B-E9A1-C94E-935A-8C4EA9008AED}" type="pres">
      <dgm:prSet presAssocID="{32B25AA3-0452-4C28-BF22-D6AD696F551F}" presName="text" presStyleLbl="fgAcc0" presStyleIdx="1" presStyleCnt="3">
        <dgm:presLayoutVars>
          <dgm:chPref val="3"/>
        </dgm:presLayoutVars>
      </dgm:prSet>
      <dgm:spPr/>
    </dgm:pt>
    <dgm:pt modelId="{7FBDB286-9637-C645-BD59-173238E14CA5}" type="pres">
      <dgm:prSet presAssocID="{32B25AA3-0452-4C28-BF22-D6AD696F551F}" presName="hierChild2" presStyleCnt="0"/>
      <dgm:spPr/>
    </dgm:pt>
    <dgm:pt modelId="{00A7B145-99C2-8F41-B785-822F80F8FA11}" type="pres">
      <dgm:prSet presAssocID="{C708F89A-D259-4E70-A948-C6777393BBFD}" presName="hierRoot1" presStyleCnt="0"/>
      <dgm:spPr/>
    </dgm:pt>
    <dgm:pt modelId="{82AA7518-BF1C-6A46-92FE-824A1140373F}" type="pres">
      <dgm:prSet presAssocID="{C708F89A-D259-4E70-A948-C6777393BBFD}" presName="composite" presStyleCnt="0"/>
      <dgm:spPr/>
    </dgm:pt>
    <dgm:pt modelId="{A6DCCCD4-6967-F447-AC8B-B396F9704AEB}" type="pres">
      <dgm:prSet presAssocID="{C708F89A-D259-4E70-A948-C6777393BBFD}" presName="background" presStyleLbl="node0" presStyleIdx="2" presStyleCnt="3"/>
      <dgm:spPr/>
    </dgm:pt>
    <dgm:pt modelId="{C5FD1901-C3A1-CC44-8F32-DCA7DA177317}" type="pres">
      <dgm:prSet presAssocID="{C708F89A-D259-4E70-A948-C6777393BBFD}" presName="text" presStyleLbl="fgAcc0" presStyleIdx="2" presStyleCnt="3">
        <dgm:presLayoutVars>
          <dgm:chPref val="3"/>
        </dgm:presLayoutVars>
      </dgm:prSet>
      <dgm:spPr/>
    </dgm:pt>
    <dgm:pt modelId="{466D509B-CED8-9B43-A5F9-9FFA7FCCABF1}" type="pres">
      <dgm:prSet presAssocID="{C708F89A-D259-4E70-A948-C6777393BBFD}" presName="hierChild2" presStyleCnt="0"/>
      <dgm:spPr/>
    </dgm:pt>
  </dgm:ptLst>
  <dgm:cxnLst>
    <dgm:cxn modelId="{51F24767-4870-EA4C-959A-C1591103F202}" type="presOf" srcId="{CB9B029C-E278-4998-BD8C-FCB1B9952EC3}" destId="{A8B1AD65-B4AA-C54D-8D25-287AEAD80ACB}" srcOrd="0" destOrd="0" presId="urn:microsoft.com/office/officeart/2005/8/layout/hierarchy1"/>
    <dgm:cxn modelId="{2DAC8C84-D551-D649-84AA-E86F61D0B81B}" type="presOf" srcId="{C708F89A-D259-4E70-A948-C6777393BBFD}" destId="{C5FD1901-C3A1-CC44-8F32-DCA7DA177317}" srcOrd="0" destOrd="0" presId="urn:microsoft.com/office/officeart/2005/8/layout/hierarchy1"/>
    <dgm:cxn modelId="{FBEC76B2-1D12-B440-B0F4-EB2A1A5D70A4}" type="presOf" srcId="{32B25AA3-0452-4C28-BF22-D6AD696F551F}" destId="{8D166D5B-E9A1-C94E-935A-8C4EA9008AED}" srcOrd="0" destOrd="0" presId="urn:microsoft.com/office/officeart/2005/8/layout/hierarchy1"/>
    <dgm:cxn modelId="{851919BF-EF6F-497F-93E8-E637245D0196}" srcId="{CB9B029C-E278-4998-BD8C-FCB1B9952EC3}" destId="{32B25AA3-0452-4C28-BF22-D6AD696F551F}" srcOrd="1" destOrd="0" parTransId="{8D8CCFA1-7D0B-4F61-9FA5-46F06BE2E03A}" sibTransId="{B8649C84-B143-4DE8-9309-CC744C37EF64}"/>
    <dgm:cxn modelId="{9C4624E9-179E-40F4-8B70-1997C563DA2C}" srcId="{CB9B029C-E278-4998-BD8C-FCB1B9952EC3}" destId="{C708F89A-D259-4E70-A948-C6777393BBFD}" srcOrd="2" destOrd="0" parTransId="{D5D1F48B-079B-4973-A388-C358C4A91794}" sibTransId="{1E9F718D-230C-4C46-B5BE-C5EE0F893017}"/>
    <dgm:cxn modelId="{419377F8-56D4-48DE-86B7-3AFB647C7DDD}" srcId="{CB9B029C-E278-4998-BD8C-FCB1B9952EC3}" destId="{29B9EA3D-FEAE-42F3-A265-F2E1C9CD9484}" srcOrd="0" destOrd="0" parTransId="{AB37A3E7-84F2-4FFF-9D0C-17C3D2CD3944}" sibTransId="{A93FA863-4BE9-41BC-AA9F-297199CA84A5}"/>
    <dgm:cxn modelId="{4ADCFEFA-07DC-3B4C-BA17-CACD883B886E}" type="presOf" srcId="{29B9EA3D-FEAE-42F3-A265-F2E1C9CD9484}" destId="{F98E3DBB-1E49-9B4A-A27A-064B394FA29F}" srcOrd="0" destOrd="0" presId="urn:microsoft.com/office/officeart/2005/8/layout/hierarchy1"/>
    <dgm:cxn modelId="{5E201D5B-3546-5D42-9482-67D080D14FAC}" type="presParOf" srcId="{A8B1AD65-B4AA-C54D-8D25-287AEAD80ACB}" destId="{021FC056-E10E-344B-9E60-843A27D43283}" srcOrd="0" destOrd="0" presId="urn:microsoft.com/office/officeart/2005/8/layout/hierarchy1"/>
    <dgm:cxn modelId="{557B9077-2266-0545-8FB1-13F8400B79F5}" type="presParOf" srcId="{021FC056-E10E-344B-9E60-843A27D43283}" destId="{29DDAD04-0F59-9B4F-A9F7-47F98B6E7AEE}" srcOrd="0" destOrd="0" presId="urn:microsoft.com/office/officeart/2005/8/layout/hierarchy1"/>
    <dgm:cxn modelId="{CEAF4ADD-C501-8947-9008-F40B978886AD}" type="presParOf" srcId="{29DDAD04-0F59-9B4F-A9F7-47F98B6E7AEE}" destId="{BCA64983-3AF5-F84F-8C2C-7A101544C537}" srcOrd="0" destOrd="0" presId="urn:microsoft.com/office/officeart/2005/8/layout/hierarchy1"/>
    <dgm:cxn modelId="{2E04040A-9B37-F347-8159-4C0649F2BAB2}" type="presParOf" srcId="{29DDAD04-0F59-9B4F-A9F7-47F98B6E7AEE}" destId="{F98E3DBB-1E49-9B4A-A27A-064B394FA29F}" srcOrd="1" destOrd="0" presId="urn:microsoft.com/office/officeart/2005/8/layout/hierarchy1"/>
    <dgm:cxn modelId="{A2D6A546-0F05-4D4D-BA04-B227BFAE3EEB}" type="presParOf" srcId="{021FC056-E10E-344B-9E60-843A27D43283}" destId="{897F9804-F8E7-1443-A0CA-8FA083D83DEA}" srcOrd="1" destOrd="0" presId="urn:microsoft.com/office/officeart/2005/8/layout/hierarchy1"/>
    <dgm:cxn modelId="{58A03D3F-0888-784C-A5FA-075EFC7CDA7F}" type="presParOf" srcId="{A8B1AD65-B4AA-C54D-8D25-287AEAD80ACB}" destId="{4087CFCF-C4D1-9241-A80B-0FEE213BA402}" srcOrd="1" destOrd="0" presId="urn:microsoft.com/office/officeart/2005/8/layout/hierarchy1"/>
    <dgm:cxn modelId="{975A1AFB-0B5D-B64D-85BF-989410B19AFB}" type="presParOf" srcId="{4087CFCF-C4D1-9241-A80B-0FEE213BA402}" destId="{353438EA-8D5B-3149-8B11-C91DE52DE64E}" srcOrd="0" destOrd="0" presId="urn:microsoft.com/office/officeart/2005/8/layout/hierarchy1"/>
    <dgm:cxn modelId="{4CB6FF1C-E584-4A47-A1E5-6999F8E85B1F}" type="presParOf" srcId="{353438EA-8D5B-3149-8B11-C91DE52DE64E}" destId="{BD81E52E-D635-1943-B79A-C810F68B1593}" srcOrd="0" destOrd="0" presId="urn:microsoft.com/office/officeart/2005/8/layout/hierarchy1"/>
    <dgm:cxn modelId="{7F13482A-1DF4-AF4A-BF96-2B0610C68C94}" type="presParOf" srcId="{353438EA-8D5B-3149-8B11-C91DE52DE64E}" destId="{8D166D5B-E9A1-C94E-935A-8C4EA9008AED}" srcOrd="1" destOrd="0" presId="urn:microsoft.com/office/officeart/2005/8/layout/hierarchy1"/>
    <dgm:cxn modelId="{91C3D083-D1DC-1A4D-881C-F77001E4C28D}" type="presParOf" srcId="{4087CFCF-C4D1-9241-A80B-0FEE213BA402}" destId="{7FBDB286-9637-C645-BD59-173238E14CA5}" srcOrd="1" destOrd="0" presId="urn:microsoft.com/office/officeart/2005/8/layout/hierarchy1"/>
    <dgm:cxn modelId="{2EA828E7-BD67-E54C-A680-D64750143AA0}" type="presParOf" srcId="{A8B1AD65-B4AA-C54D-8D25-287AEAD80ACB}" destId="{00A7B145-99C2-8F41-B785-822F80F8FA11}" srcOrd="2" destOrd="0" presId="urn:microsoft.com/office/officeart/2005/8/layout/hierarchy1"/>
    <dgm:cxn modelId="{D1B1CAB5-03A1-1E44-B565-AD21F1F3AF61}" type="presParOf" srcId="{00A7B145-99C2-8F41-B785-822F80F8FA11}" destId="{82AA7518-BF1C-6A46-92FE-824A1140373F}" srcOrd="0" destOrd="0" presId="urn:microsoft.com/office/officeart/2005/8/layout/hierarchy1"/>
    <dgm:cxn modelId="{04068E22-5A58-2D4C-AA3F-455D72D5EB2B}" type="presParOf" srcId="{82AA7518-BF1C-6A46-92FE-824A1140373F}" destId="{A6DCCCD4-6967-F447-AC8B-B396F9704AEB}" srcOrd="0" destOrd="0" presId="urn:microsoft.com/office/officeart/2005/8/layout/hierarchy1"/>
    <dgm:cxn modelId="{AF44438E-FFE1-384E-8AF8-990393AE0594}" type="presParOf" srcId="{82AA7518-BF1C-6A46-92FE-824A1140373F}" destId="{C5FD1901-C3A1-CC44-8F32-DCA7DA177317}" srcOrd="1" destOrd="0" presId="urn:microsoft.com/office/officeart/2005/8/layout/hierarchy1"/>
    <dgm:cxn modelId="{C8DBE8B1-72CF-844F-B1DE-912E4BAEEA40}" type="presParOf" srcId="{00A7B145-99C2-8F41-B785-822F80F8FA11}" destId="{466D509B-CED8-9B43-A5F9-9FFA7FCCAB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1D243-C7BB-AA47-87FA-0456B974F1F0}">
      <dsp:nvSpPr>
        <dsp:cNvPr id="0" name=""/>
        <dsp:cNvSpPr/>
      </dsp:nvSpPr>
      <dsp:spPr>
        <a:xfrm>
          <a:off x="0" y="0"/>
          <a:ext cx="2561209" cy="276705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real-time visibility into Scott and Shasta River streamflow conditions.</a:t>
          </a:r>
        </a:p>
      </dsp:txBody>
      <dsp:txXfrm>
        <a:off x="0" y="1051480"/>
        <a:ext cx="2561209" cy="1660232"/>
      </dsp:txXfrm>
    </dsp:sp>
    <dsp:sp modelId="{A1D1C971-A419-034A-A3F5-683E273760D5}">
      <dsp:nvSpPr>
        <dsp:cNvPr id="0" name=""/>
        <dsp:cNvSpPr/>
      </dsp:nvSpPr>
      <dsp:spPr>
        <a:xfrm>
          <a:off x="865546" y="276705"/>
          <a:ext cx="830116" cy="8301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19" tIns="12700" rIns="6471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987114" y="398273"/>
        <a:ext cx="586980" cy="586980"/>
      </dsp:txXfrm>
    </dsp:sp>
    <dsp:sp modelId="{12676B93-783A-7D47-BA83-164F2C515552}">
      <dsp:nvSpPr>
        <dsp:cNvPr id="0" name=""/>
        <dsp:cNvSpPr/>
      </dsp:nvSpPr>
      <dsp:spPr>
        <a:xfrm>
          <a:off x="0" y="2766982"/>
          <a:ext cx="2561209" cy="72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9C63F-F6B7-3642-A604-EE0CBA3A1198}">
      <dsp:nvSpPr>
        <dsp:cNvPr id="0" name=""/>
        <dsp:cNvSpPr/>
      </dsp:nvSpPr>
      <dsp:spPr>
        <a:xfrm>
          <a:off x="2817330" y="0"/>
          <a:ext cx="2561209" cy="2767054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Compare recorded flows to regulatory minimum instream flow (MIF) thresholds.</a:t>
          </a:r>
        </a:p>
      </dsp:txBody>
      <dsp:txXfrm>
        <a:off x="2817330" y="1051480"/>
        <a:ext cx="2561209" cy="1660232"/>
      </dsp:txXfrm>
    </dsp:sp>
    <dsp:sp modelId="{8D251CAA-006A-3645-9BBA-E080C51B729A}">
      <dsp:nvSpPr>
        <dsp:cNvPr id="0" name=""/>
        <dsp:cNvSpPr/>
      </dsp:nvSpPr>
      <dsp:spPr>
        <a:xfrm>
          <a:off x="3682877" y="276705"/>
          <a:ext cx="830116" cy="830116"/>
        </a:xfrm>
        <a:prstGeom prst="ellips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19" tIns="12700" rIns="6471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3804445" y="398273"/>
        <a:ext cx="586980" cy="586980"/>
      </dsp:txXfrm>
    </dsp:sp>
    <dsp:sp modelId="{13FFA74D-D378-124F-A41D-74DCC11FF058}">
      <dsp:nvSpPr>
        <dsp:cNvPr id="0" name=""/>
        <dsp:cNvSpPr/>
      </dsp:nvSpPr>
      <dsp:spPr>
        <a:xfrm>
          <a:off x="2817330" y="2766982"/>
          <a:ext cx="2561209" cy="72"/>
        </a:xfrm>
        <a:prstGeom prst="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2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CA7D9-3020-7D47-8A92-D98D459D1310}">
      <dsp:nvSpPr>
        <dsp:cNvPr id="0" name=""/>
        <dsp:cNvSpPr/>
      </dsp:nvSpPr>
      <dsp:spPr>
        <a:xfrm>
          <a:off x="5634661" y="0"/>
          <a:ext cx="2561209" cy="2767054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current curtailment status of PODs in the watersheds.</a:t>
          </a:r>
        </a:p>
      </dsp:txBody>
      <dsp:txXfrm>
        <a:off x="5634661" y="1051480"/>
        <a:ext cx="2561209" cy="1660232"/>
      </dsp:txXfrm>
    </dsp:sp>
    <dsp:sp modelId="{E4DB35E4-F5EA-8E42-9A2C-34D6E0C611E1}">
      <dsp:nvSpPr>
        <dsp:cNvPr id="0" name=""/>
        <dsp:cNvSpPr/>
      </dsp:nvSpPr>
      <dsp:spPr>
        <a:xfrm>
          <a:off x="6500208" y="276705"/>
          <a:ext cx="830116" cy="830116"/>
        </a:xfrm>
        <a:prstGeom prst="ellipse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6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19" tIns="12700" rIns="6471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6621776" y="398273"/>
        <a:ext cx="586980" cy="586980"/>
      </dsp:txXfrm>
    </dsp:sp>
    <dsp:sp modelId="{FFAB8910-945D-4249-B52F-3BA83B901FAB}">
      <dsp:nvSpPr>
        <dsp:cNvPr id="0" name=""/>
        <dsp:cNvSpPr/>
      </dsp:nvSpPr>
      <dsp:spPr>
        <a:xfrm>
          <a:off x="5634661" y="2766982"/>
          <a:ext cx="2561209" cy="72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3CACA-4E70-CD40-B4EC-3EDDDEAA557E}">
      <dsp:nvSpPr>
        <dsp:cNvPr id="0" name=""/>
        <dsp:cNvSpPr/>
      </dsp:nvSpPr>
      <dsp:spPr>
        <a:xfrm>
          <a:off x="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5420D-C457-E340-880F-8C908D701D65}">
      <dsp:nvSpPr>
        <dsp:cNvPr id="0" name=""/>
        <dsp:cNvSpPr/>
      </dsp:nvSpPr>
      <dsp:spPr>
        <a:xfrm>
          <a:off x="256120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CDEC</a:t>
          </a:r>
          <a:r>
            <a:rPr lang="en-US" sz="2100" kern="1200" dirty="0"/>
            <a:t> – California Data Exchange Center for 15-minute flow data.</a:t>
          </a:r>
        </a:p>
      </dsp:txBody>
      <dsp:txXfrm>
        <a:off x="298991" y="816189"/>
        <a:ext cx="2219346" cy="1377989"/>
      </dsp:txXfrm>
    </dsp:sp>
    <dsp:sp modelId="{ED7DEA53-EDBB-A141-8066-57595F2682AE}">
      <dsp:nvSpPr>
        <dsp:cNvPr id="0" name=""/>
        <dsp:cNvSpPr/>
      </dsp:nvSpPr>
      <dsp:spPr>
        <a:xfrm>
          <a:off x="281733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F0492-CDA6-3D4C-AB83-3725800C39B7}">
      <dsp:nvSpPr>
        <dsp:cNvPr id="0" name=""/>
        <dsp:cNvSpPr/>
      </dsp:nvSpPr>
      <dsp:spPr>
        <a:xfrm>
          <a:off x="3073451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Shapefiles</a:t>
          </a:r>
          <a:r>
            <a:rPr lang="en-US" sz="2100" kern="1200"/>
            <a:t> – For watershed boundaries and stream networks.</a:t>
          </a:r>
        </a:p>
      </dsp:txBody>
      <dsp:txXfrm>
        <a:off x="3116322" y="816189"/>
        <a:ext cx="2219346" cy="1377989"/>
      </dsp:txXfrm>
    </dsp:sp>
    <dsp:sp modelId="{0DF17065-1BB8-E245-AF03-BCB8C4A83A18}">
      <dsp:nvSpPr>
        <dsp:cNvPr id="0" name=""/>
        <dsp:cNvSpPr/>
      </dsp:nvSpPr>
      <dsp:spPr>
        <a:xfrm>
          <a:off x="5634661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A0DA3-8A7D-2546-BB03-FDB3DD0FA667}">
      <dsp:nvSpPr>
        <dsp:cNvPr id="0" name=""/>
        <dsp:cNvSpPr/>
      </dsp:nvSpPr>
      <dsp:spPr>
        <a:xfrm>
          <a:off x="5890782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POD Curtailment Status </a:t>
          </a:r>
          <a:r>
            <a:rPr lang="en-US" sz="2100" kern="1200" dirty="0"/>
            <a:t>– Provided by Drought Unit</a:t>
          </a:r>
        </a:p>
      </dsp:txBody>
      <dsp:txXfrm>
        <a:off x="5933653" y="816189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7D39E-1316-704B-8FD9-95F619B69452}">
      <dsp:nvSpPr>
        <dsp:cNvPr id="0" name=""/>
        <dsp:cNvSpPr/>
      </dsp:nvSpPr>
      <dsp:spPr>
        <a:xfrm>
          <a:off x="0" y="58726"/>
          <a:ext cx="8195871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Live gauges for </a:t>
          </a:r>
          <a:r>
            <a:rPr lang="en-US" sz="2300" b="1" kern="1200"/>
            <a:t>SFJ</a:t>
          </a:r>
          <a:r>
            <a:rPr lang="en-US" sz="2300" kern="1200"/>
            <a:t> and </a:t>
          </a:r>
          <a:r>
            <a:rPr lang="en-US" sz="2300" b="1" kern="1200"/>
            <a:t>SRY</a:t>
          </a:r>
          <a:r>
            <a:rPr lang="en-US" sz="2300" kern="1200"/>
            <a:t> with MIF thresholds.</a:t>
          </a:r>
        </a:p>
      </dsp:txBody>
      <dsp:txXfrm>
        <a:off x="26930" y="85656"/>
        <a:ext cx="8142011" cy="497795"/>
      </dsp:txXfrm>
    </dsp:sp>
    <dsp:sp modelId="{A3D1242B-E700-B643-8E36-177E9FD6B317}">
      <dsp:nvSpPr>
        <dsp:cNvPr id="0" name=""/>
        <dsp:cNvSpPr/>
      </dsp:nvSpPr>
      <dsp:spPr>
        <a:xfrm>
          <a:off x="0" y="676621"/>
          <a:ext cx="8195871" cy="551655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Interactive map showing:</a:t>
          </a:r>
        </a:p>
      </dsp:txBody>
      <dsp:txXfrm>
        <a:off x="26930" y="703551"/>
        <a:ext cx="8142011" cy="497795"/>
      </dsp:txXfrm>
    </dsp:sp>
    <dsp:sp modelId="{45AB22EF-A779-E748-A398-3398C94A2D1B}">
      <dsp:nvSpPr>
        <dsp:cNvPr id="0" name=""/>
        <dsp:cNvSpPr/>
      </dsp:nvSpPr>
      <dsp:spPr>
        <a:xfrm>
          <a:off x="0" y="1228276"/>
          <a:ext cx="8195871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21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POD curtailment status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Clickable CDEC station links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Watershed and stream overlays</a:t>
          </a:r>
        </a:p>
      </dsp:txBody>
      <dsp:txXfrm>
        <a:off x="0" y="1228276"/>
        <a:ext cx="8195871" cy="928395"/>
      </dsp:txXfrm>
    </dsp:sp>
    <dsp:sp modelId="{B91CCC38-5DF1-254F-999A-29C9D656A457}">
      <dsp:nvSpPr>
        <dsp:cNvPr id="0" name=""/>
        <dsp:cNvSpPr/>
      </dsp:nvSpPr>
      <dsp:spPr>
        <a:xfrm>
          <a:off x="0" y="2156672"/>
          <a:ext cx="8195871" cy="55165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Desktop and mobile optimized</a:t>
          </a:r>
        </a:p>
      </dsp:txBody>
      <dsp:txXfrm>
        <a:off x="26930" y="2183602"/>
        <a:ext cx="8142011" cy="4977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64983-3AF5-F84F-8C2C-7A101544C537}">
      <dsp:nvSpPr>
        <dsp:cNvPr id="0" name=""/>
        <dsp:cNvSpPr/>
      </dsp:nvSpPr>
      <dsp:spPr>
        <a:xfrm>
          <a:off x="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E3DBB-1E49-9B4A-A27A-064B394FA29F}">
      <dsp:nvSpPr>
        <dsp:cNvPr id="0" name=""/>
        <dsp:cNvSpPr/>
      </dsp:nvSpPr>
      <dsp:spPr>
        <a:xfrm>
          <a:off x="256120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 / Shiny / Leaflet</a:t>
          </a:r>
          <a:r>
            <a:rPr lang="en-US" sz="2100" kern="1200"/>
            <a:t> for interactive web dashboard</a:t>
          </a:r>
        </a:p>
      </dsp:txBody>
      <dsp:txXfrm>
        <a:off x="298991" y="816189"/>
        <a:ext cx="2219346" cy="1377989"/>
      </dsp:txXfrm>
    </dsp:sp>
    <dsp:sp modelId="{BD81E52E-D635-1943-B79A-C810F68B1593}">
      <dsp:nvSpPr>
        <dsp:cNvPr id="0" name=""/>
        <dsp:cNvSpPr/>
      </dsp:nvSpPr>
      <dsp:spPr>
        <a:xfrm>
          <a:off x="281733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66D5B-E9A1-C94E-935A-8C4EA9008AED}">
      <dsp:nvSpPr>
        <dsp:cNvPr id="0" name=""/>
        <dsp:cNvSpPr/>
      </dsp:nvSpPr>
      <dsp:spPr>
        <a:xfrm>
          <a:off x="3073451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flexdashboard</a:t>
          </a:r>
          <a:r>
            <a:rPr lang="en-US" sz="2100" kern="1200"/>
            <a:t> for gauge rendering</a:t>
          </a:r>
        </a:p>
      </dsp:txBody>
      <dsp:txXfrm>
        <a:off x="3116322" y="816189"/>
        <a:ext cx="2219346" cy="1377989"/>
      </dsp:txXfrm>
    </dsp:sp>
    <dsp:sp modelId="{A6DCCCD4-6967-F447-AC8B-B396F9704AEB}">
      <dsp:nvSpPr>
        <dsp:cNvPr id="0" name=""/>
        <dsp:cNvSpPr/>
      </dsp:nvSpPr>
      <dsp:spPr>
        <a:xfrm>
          <a:off x="5634661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D1901-C3A1-CC44-8F32-DCA7DA177317}">
      <dsp:nvSpPr>
        <dsp:cNvPr id="0" name=""/>
        <dsp:cNvSpPr/>
      </dsp:nvSpPr>
      <dsp:spPr>
        <a:xfrm>
          <a:off x="5890782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Amazon S3</a:t>
          </a:r>
          <a:r>
            <a:rPr lang="en-US" sz="2100" b="0" kern="1200" dirty="0"/>
            <a:t> to store dynamic data</a:t>
          </a:r>
          <a:endParaRPr lang="en-US" sz="2100" kern="1200" dirty="0"/>
        </a:p>
      </dsp:txBody>
      <dsp:txXfrm>
        <a:off x="5933653" y="816189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awaterdatadive.shinyapps.io/scott-shasta-flow-dashboard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31" y="668739"/>
            <a:ext cx="3309016" cy="2273043"/>
          </a:xfrm>
        </p:spPr>
        <p:txBody>
          <a:bodyPr anchor="b">
            <a:normAutofit/>
          </a:bodyPr>
          <a:lstStyle/>
          <a:p>
            <a:pPr marL="0" lvl="0" indent="0" algn="r">
              <a:buNone/>
            </a:pPr>
            <a:r>
              <a:rPr lang="en-US" sz="3000" dirty="0">
                <a:solidFill>
                  <a:srgbClr val="FFFFFF"/>
                </a:solidFill>
              </a:rPr>
              <a:t>Scott-Shasta Flow Monitoring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9343" y="3558987"/>
            <a:ext cx="3094704" cy="1031359"/>
          </a:xfrm>
        </p:spPr>
        <p:txBody>
          <a:bodyPr>
            <a:normAutofit fontScale="70000" lnSpcReduction="20000"/>
          </a:bodyPr>
          <a:lstStyle/>
          <a:p>
            <a:pPr marL="0" lvl="0" indent="0" algn="r">
              <a:lnSpc>
                <a:spcPct val="90000"/>
              </a:lnSpc>
              <a:buNone/>
            </a:pPr>
            <a:br>
              <a:rPr lang="en-US" sz="2200" dirty="0">
                <a:solidFill>
                  <a:srgbClr val="FFFFFF"/>
                </a:solidFill>
              </a:rPr>
            </a:b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Jeff Yeazell, P.E.</a:t>
            </a:r>
          </a:p>
          <a:p>
            <a:pPr marL="0" lvl="0" indent="0" algn="r">
              <a:lnSpc>
                <a:spcPct val="90000"/>
              </a:lnSpc>
              <a:buNone/>
            </a:pPr>
            <a:endParaRPr lang="en-US" sz="2200" dirty="0">
              <a:solidFill>
                <a:srgbClr val="FFFFFF"/>
              </a:solidFill>
            </a:endParaRPr>
          </a:p>
          <a:p>
            <a:pPr marL="0" lvl="0" indent="0" algn="r">
              <a:lnSpc>
                <a:spcPct val="900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June 25, 2025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6E9F5C0B-8548-0D2D-0386-AD202F98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1961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rgbClr val="FFFFFF"/>
                </a:solidFill>
              </a:rPr>
              <a:t>Dashboard Purpose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AA014-EB61-B04F-ABF2-AE7B0D746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717929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FEC606-02EE-D6EF-770D-4ADEB890D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382006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000">
                <a:solidFill>
                  <a:srgbClr val="FFFFFF"/>
                </a:solidFill>
              </a:rP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E3D5EC-6588-0D45-D816-3C63A7E5F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00583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0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500868-2C6A-AF15-90DF-D0092C82C3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433607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the Dashboard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AD77166-97C2-19B1-3FA6-D50939FC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517" y="1416724"/>
            <a:ext cx="3726962" cy="372696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05D94-36BD-C2D7-F6C9-5A4307CD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https://</a:t>
            </a:r>
            <a:r>
              <a:rPr lang="en-US" sz="1800" dirty="0" err="1"/>
              <a:t>cawaterdatadive.shinyapps.io</a:t>
            </a:r>
            <a:r>
              <a:rPr lang="en-US" sz="1800" dirty="0"/>
              <a:t>/</a:t>
            </a:r>
            <a:r>
              <a:rPr lang="en-US" sz="1800" dirty="0" err="1"/>
              <a:t>scott</a:t>
            </a:r>
            <a:r>
              <a:rPr lang="en-US" sz="1800" dirty="0"/>
              <a:t>-</a:t>
            </a:r>
            <a:r>
              <a:rPr lang="en-US" sz="1800" dirty="0" err="1"/>
              <a:t>shasta</a:t>
            </a:r>
            <a:r>
              <a:rPr lang="en-US" sz="1800" dirty="0"/>
              <a:t>-flow-dashboard/</a:t>
            </a:r>
            <a:endParaRPr lang="en-US" sz="18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63845767-F5CE-A490-E559-BE3E1CDD5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835" y="142595"/>
            <a:ext cx="2680970" cy="88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84E8B-577F-2F75-B82C-88796BBC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7FB1D1-BB6A-F98A-DDB1-DBCD24B87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7193E4-4FF3-2E92-296D-63DCFDCE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48B3B-281F-7D65-2066-C9D9F02F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A75188-16A8-79B9-5766-A2F3DDCC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1D9D7-AB6D-C769-5F02-902E38A1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Repository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AC1AA6D-8A9C-66D4-D77B-B2E02677B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913" y="93014"/>
            <a:ext cx="1038815" cy="105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209203BE-69A6-FA62-B71F-88A1AC482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07" y="1920077"/>
            <a:ext cx="3208782" cy="3208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50B371-5B42-6B51-55AF-6D183364DB7B}"/>
              </a:ext>
            </a:extLst>
          </p:cNvPr>
          <p:cNvSpPr txBox="1"/>
          <p:nvPr/>
        </p:nvSpPr>
        <p:spPr>
          <a:xfrm>
            <a:off x="555585" y="1273746"/>
            <a:ext cx="7531485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https://github.com/CAWaterBoardDataCenter/scott-shasta-flow-dashboard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contain </a:t>
            </a:r>
            <a:r>
              <a:rPr lang="en-US" dirty="0" err="1"/>
              <a:t>aws</a:t>
            </a:r>
            <a:r>
              <a:rPr lang="en-US" dirty="0"/>
              <a:t>-data folder (PII)</a:t>
            </a:r>
          </a:p>
        </p:txBody>
      </p:sp>
    </p:spTree>
    <p:extLst>
      <p:ext uri="{BB962C8B-B14F-4D97-AF65-F5344CB8AC3E}">
        <p14:creationId xmlns:p14="http://schemas.microsoft.com/office/powerpoint/2010/main" val="404996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170</Words>
  <Application>Microsoft Macintosh PowerPoint</Application>
  <PresentationFormat>On-screen Show (16:9)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Scott-Shasta Flow Monitoring Dashboard</vt:lpstr>
      <vt:lpstr>Dashboard Purpose</vt:lpstr>
      <vt:lpstr>Data Sources</vt:lpstr>
      <vt:lpstr>Key Features</vt:lpstr>
      <vt:lpstr>Technologies Used</vt:lpstr>
      <vt:lpstr>Access the Dashboard</vt:lpstr>
      <vt:lpstr>GitHub Repository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Scott-River Flow Monitoring Dashboard</dc:title>
  <dc:creator>Jeff Yeazell, P.E.</dc:creator>
  <cp:keywords/>
  <cp:lastModifiedBy>Jeff Yeazell</cp:lastModifiedBy>
  <cp:revision>6</cp:revision>
  <dcterms:created xsi:type="dcterms:W3CDTF">2025-06-16T21:58:21Z</dcterms:created>
  <dcterms:modified xsi:type="dcterms:W3CDTF">2025-06-25T19:18:18Z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2025-06-25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ogo">
    <vt:lpwstr>enf-logo.png</vt:lpwstr>
  </property>
  <property fmtid="{D5CDD505-2E9C-101B-9397-08002B2CF9AE}" pid="11" name="theme">
    <vt:lpwstr>default</vt:lpwstr>
  </property>
  <property fmtid="{D5CDD505-2E9C-101B-9397-08002B2CF9AE}" pid="12" name="toc-title">
    <vt:lpwstr>Table of contents</vt:lpwstr>
  </property>
</Properties>
</file>